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78" r:id="rId4"/>
    <p:sldMasterId id="214748367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Bebas Neue"/>
      <p:regular r:id="rId23"/>
    </p:embeddedFont>
    <p:embeddedFont>
      <p:font typeface="Manrope ExtraBold"/>
      <p:bold r:id="rId24"/>
    </p:embeddedFont>
    <p:embeddedFont>
      <p:font typeface="Quicksand"/>
      <p:regular r:id="rId25"/>
      <p:bold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ManropeExtraBold-bold.fntdata"/><Relationship Id="rId23" Type="http://schemas.openxmlformats.org/officeDocument/2006/relationships/font" Target="fonts/BebasNeue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Quicksand-bold.fntdata"/><Relationship Id="rId25" Type="http://schemas.openxmlformats.org/officeDocument/2006/relationships/font" Target="fonts/Quicksand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a66e62d6bb_3_28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3a66e62d6bb_3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66e62d6bb_3_3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66e62d6bb_3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a66e62d6bb_3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3a66e62d6bb_3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a66e62d6bb_3_3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a66e62d6bb_3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a66e62d6bb_3_3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3a66e62d6bb_3_3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a66e62d6bb_3_4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9" name="Google Shape;439;g3a66e62d6bb_3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a5a941fae1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a5a941fae1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a66e62d6bb_3_7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1" name="Google Shape;461;g3a66e62d6bb_3_7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a66e62d6bb_3_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a66e62d6bb_3_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a66e62d6bb_3_6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a66e62d6bb_3_6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a5a941fae1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3a5a941fae1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3a5a941fae1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8" name="Google Shape;518;g3a5a941fae1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3a66e62d6bb_3_9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3a66e62d6bb_3_9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a66e62d6bb_3_9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a66e62d6bb_3_9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a766a8fd3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6" name="Google Shape;586;g3a766a8fd3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a66e62d6bb_3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a66e62d6bb_3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939475" y="1106644"/>
            <a:ext cx="5191500" cy="24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939475" y="3627356"/>
            <a:ext cx="45837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57" name="Google Shape;57;p14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" name="Google Shape;58;p14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" name="Google Shape;59;p14"/>
          <p:cNvCxnSpPr/>
          <p:nvPr/>
        </p:nvCxnSpPr>
        <p:spPr>
          <a:xfrm>
            <a:off x="312850" y="-192450"/>
            <a:ext cx="0" cy="539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" name="Google Shape;60;p14"/>
          <p:cNvSpPr/>
          <p:nvPr/>
        </p:nvSpPr>
        <p:spPr>
          <a:xfrm>
            <a:off x="8640775" y="70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/>
          <p:nvPr/>
        </p:nvSpPr>
        <p:spPr>
          <a:xfrm>
            <a:off x="5505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/>
          <p:nvPr/>
        </p:nvSpPr>
        <p:spPr>
          <a:xfrm>
            <a:off x="887717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>
            <a:off x="2016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4"/>
          <p:cNvSpPr/>
          <p:nvPr/>
        </p:nvSpPr>
        <p:spPr>
          <a:xfrm>
            <a:off x="8714875" y="3966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4"/>
          <p:cNvSpPr/>
          <p:nvPr/>
        </p:nvSpPr>
        <p:spPr>
          <a:xfrm>
            <a:off x="8687575" y="2932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16867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1358675" y="45451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6392575" y="34609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58925" y="39194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4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/>
          <p:nvPr/>
        </p:nvSpPr>
        <p:spPr>
          <a:xfrm>
            <a:off x="21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503700" y="42422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4605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4004143" y="2285075"/>
            <a:ext cx="4154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2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78" name="Google Shape;78;p15"/>
          <p:cNvSpPr txBox="1"/>
          <p:nvPr>
            <p:ph hasCustomPrompt="1" idx="2" type="title"/>
          </p:nvPr>
        </p:nvSpPr>
        <p:spPr>
          <a:xfrm>
            <a:off x="4004143" y="144327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79" name="Google Shape;79;p15"/>
          <p:cNvSpPr txBox="1"/>
          <p:nvPr>
            <p:ph idx="1" type="subTitle"/>
          </p:nvPr>
        </p:nvSpPr>
        <p:spPr>
          <a:xfrm>
            <a:off x="4004143" y="3237625"/>
            <a:ext cx="4154100" cy="46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5"/>
          <p:cNvSpPr/>
          <p:nvPr/>
        </p:nvSpPr>
        <p:spPr>
          <a:xfrm>
            <a:off x="8640775" y="70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407900" y="5491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8218100" y="4452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2123600" y="4942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8714875" y="3966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8687575" y="2170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205725" y="4979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912175" y="45261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6392575" y="40705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166400" y="38739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21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454700" y="4266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4301775" y="6644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6" name="Google Shape;96;p15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" name="Google Shape;97;p15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 sz="1400"/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2" name="Google Shape;102;p16"/>
          <p:cNvSpPr/>
          <p:nvPr/>
        </p:nvSpPr>
        <p:spPr>
          <a:xfrm>
            <a:off x="8218100" y="4452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6"/>
          <p:cNvSpPr/>
          <p:nvPr/>
        </p:nvSpPr>
        <p:spPr>
          <a:xfrm>
            <a:off x="2123600" y="49420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6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6"/>
          <p:cNvSpPr/>
          <p:nvPr/>
        </p:nvSpPr>
        <p:spPr>
          <a:xfrm>
            <a:off x="8687575" y="2170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6"/>
          <p:cNvSpPr/>
          <p:nvPr/>
        </p:nvSpPr>
        <p:spPr>
          <a:xfrm>
            <a:off x="205725" y="4979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912175" y="45261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6392575" y="40705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6"/>
          <p:cNvSpPr/>
          <p:nvPr/>
        </p:nvSpPr>
        <p:spPr>
          <a:xfrm>
            <a:off x="21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6"/>
          <p:cNvSpPr/>
          <p:nvPr/>
        </p:nvSpPr>
        <p:spPr>
          <a:xfrm>
            <a:off x="4301775" y="6644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3" name="Google Shape;113;p16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4" name="Google Shape;114;p16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5" name="Google Shape;115;p1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 txBox="1"/>
          <p:nvPr>
            <p:ph idx="1" type="subTitle"/>
          </p:nvPr>
        </p:nvSpPr>
        <p:spPr>
          <a:xfrm>
            <a:off x="1126100" y="3248225"/>
            <a:ext cx="2907600" cy="9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idx="2" type="subTitle"/>
          </p:nvPr>
        </p:nvSpPr>
        <p:spPr>
          <a:xfrm>
            <a:off x="1126100" y="2726625"/>
            <a:ext cx="2907600" cy="4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19" name="Google Shape;119;p17"/>
          <p:cNvSpPr txBox="1"/>
          <p:nvPr>
            <p:ph idx="3" type="subTitle"/>
          </p:nvPr>
        </p:nvSpPr>
        <p:spPr>
          <a:xfrm>
            <a:off x="5110300" y="2726625"/>
            <a:ext cx="2907600" cy="450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120" name="Google Shape;120;p17"/>
          <p:cNvSpPr txBox="1"/>
          <p:nvPr>
            <p:ph idx="4" type="subTitle"/>
          </p:nvPr>
        </p:nvSpPr>
        <p:spPr>
          <a:xfrm>
            <a:off x="5110300" y="3248225"/>
            <a:ext cx="2907600" cy="988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22" name="Google Shape;122;p17"/>
          <p:cNvCxnSpPr/>
          <p:nvPr/>
        </p:nvCxnSpPr>
        <p:spPr>
          <a:xfrm rot="10800000">
            <a:off x="-2099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3" name="Google Shape;123;p17"/>
          <p:cNvCxnSpPr/>
          <p:nvPr/>
        </p:nvCxnSpPr>
        <p:spPr>
          <a:xfrm rot="10800000"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4" name="Google Shape;124;p17"/>
          <p:cNvSpPr/>
          <p:nvPr/>
        </p:nvSpPr>
        <p:spPr>
          <a:xfrm flipH="1">
            <a:off x="222925" y="6315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7"/>
          <p:cNvSpPr/>
          <p:nvPr/>
        </p:nvSpPr>
        <p:spPr>
          <a:xfrm flipH="1">
            <a:off x="8596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7"/>
          <p:cNvSpPr/>
          <p:nvPr/>
        </p:nvSpPr>
        <p:spPr>
          <a:xfrm flipH="1">
            <a:off x="26972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17"/>
          <p:cNvSpPr/>
          <p:nvPr/>
        </p:nvSpPr>
        <p:spPr>
          <a:xfrm flipH="1">
            <a:off x="7130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7"/>
          <p:cNvSpPr/>
          <p:nvPr/>
        </p:nvSpPr>
        <p:spPr>
          <a:xfrm flipH="1">
            <a:off x="128557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17"/>
          <p:cNvSpPr/>
          <p:nvPr/>
        </p:nvSpPr>
        <p:spPr>
          <a:xfrm flipH="1">
            <a:off x="432025" y="3966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17"/>
          <p:cNvSpPr/>
          <p:nvPr/>
        </p:nvSpPr>
        <p:spPr>
          <a:xfrm flipH="1">
            <a:off x="899772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17"/>
          <p:cNvSpPr/>
          <p:nvPr/>
        </p:nvSpPr>
        <p:spPr>
          <a:xfrm flipH="1">
            <a:off x="441775" y="12514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/>
          <p:nvPr/>
        </p:nvSpPr>
        <p:spPr>
          <a:xfrm flipH="1">
            <a:off x="8596400" y="4418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7"/>
          <p:cNvSpPr/>
          <p:nvPr/>
        </p:nvSpPr>
        <p:spPr>
          <a:xfrm flipH="1">
            <a:off x="8987975" y="39194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7"/>
          <p:cNvSpPr/>
          <p:nvPr/>
        </p:nvSpPr>
        <p:spPr>
          <a:xfrm flipH="1">
            <a:off x="693402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 flipH="1">
            <a:off x="895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1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39" name="Google Shape;139;p18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0" name="Google Shape;140;p18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18"/>
          <p:cNvSpPr/>
          <p:nvPr/>
        </p:nvSpPr>
        <p:spPr>
          <a:xfrm>
            <a:off x="7704775" y="113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106127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4633975" y="483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329450" y="5682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8505150" y="5955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8931200" y="684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174075" y="97092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380600" y="40979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7857025" y="47063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2610525" y="4928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1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198662" scaled="0"/>
        </a:gra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9"/>
          <p:cNvSpPr txBox="1"/>
          <p:nvPr>
            <p:ph idx="1" type="subTitle"/>
          </p:nvPr>
        </p:nvSpPr>
        <p:spPr>
          <a:xfrm>
            <a:off x="5516525" y="2834275"/>
            <a:ext cx="2907600" cy="13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19"/>
          <p:cNvSpPr txBox="1"/>
          <p:nvPr>
            <p:ph type="title"/>
          </p:nvPr>
        </p:nvSpPr>
        <p:spPr>
          <a:xfrm>
            <a:off x="4344425" y="951125"/>
            <a:ext cx="4079700" cy="150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55" name="Google Shape;155;p19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6" name="Google Shape;156;p19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7" name="Google Shape;157;p1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/>
          <p:nvPr>
            <p:ph type="title"/>
          </p:nvPr>
        </p:nvSpPr>
        <p:spPr>
          <a:xfrm>
            <a:off x="729450" y="1307100"/>
            <a:ext cx="4634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9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cxnSp>
        <p:nvCxnSpPr>
          <p:cNvPr id="160" name="Google Shape;160;p20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0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0"/>
          <p:cNvCxnSpPr/>
          <p:nvPr/>
        </p:nvCxnSpPr>
        <p:spPr>
          <a:xfrm>
            <a:off x="312850" y="-192450"/>
            <a:ext cx="0" cy="539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3" name="Google Shape;163;p20"/>
          <p:cNvSpPr/>
          <p:nvPr/>
        </p:nvSpPr>
        <p:spPr>
          <a:xfrm>
            <a:off x="5505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0"/>
          <p:cNvSpPr/>
          <p:nvPr/>
        </p:nvSpPr>
        <p:spPr>
          <a:xfrm>
            <a:off x="887717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0"/>
          <p:cNvSpPr/>
          <p:nvPr/>
        </p:nvSpPr>
        <p:spPr>
          <a:xfrm>
            <a:off x="2016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0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20"/>
          <p:cNvSpPr/>
          <p:nvPr/>
        </p:nvSpPr>
        <p:spPr>
          <a:xfrm>
            <a:off x="8687575" y="2932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0"/>
          <p:cNvSpPr/>
          <p:nvPr/>
        </p:nvSpPr>
        <p:spPr>
          <a:xfrm>
            <a:off x="16867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0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0"/>
          <p:cNvSpPr/>
          <p:nvPr/>
        </p:nvSpPr>
        <p:spPr>
          <a:xfrm>
            <a:off x="6392575" y="34609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0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0"/>
          <p:cNvSpPr/>
          <p:nvPr/>
        </p:nvSpPr>
        <p:spPr>
          <a:xfrm>
            <a:off x="4605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1"/>
          <p:cNvSpPr txBox="1"/>
          <p:nvPr>
            <p:ph type="title"/>
          </p:nvPr>
        </p:nvSpPr>
        <p:spPr>
          <a:xfrm>
            <a:off x="2161950" y="1416725"/>
            <a:ext cx="4820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6" name="Google Shape;176;p21"/>
          <p:cNvSpPr txBox="1"/>
          <p:nvPr>
            <p:ph idx="1" type="subTitle"/>
          </p:nvPr>
        </p:nvSpPr>
        <p:spPr>
          <a:xfrm>
            <a:off x="2144250" y="2369275"/>
            <a:ext cx="4855500" cy="13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21"/>
          <p:cNvSpPr/>
          <p:nvPr/>
        </p:nvSpPr>
        <p:spPr>
          <a:xfrm rot="10800000">
            <a:off x="855050" y="7152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21"/>
          <p:cNvSpPr/>
          <p:nvPr/>
        </p:nvSpPr>
        <p:spPr>
          <a:xfrm rot="10800000">
            <a:off x="8760200" y="1811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1"/>
          <p:cNvSpPr/>
          <p:nvPr/>
        </p:nvSpPr>
        <p:spPr>
          <a:xfrm rot="10800000">
            <a:off x="40507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1"/>
          <p:cNvSpPr/>
          <p:nvPr/>
        </p:nvSpPr>
        <p:spPr>
          <a:xfrm rot="10800000">
            <a:off x="8886925" y="2074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1"/>
          <p:cNvSpPr/>
          <p:nvPr/>
        </p:nvSpPr>
        <p:spPr>
          <a:xfrm rot="10800000">
            <a:off x="205725" y="4263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1"/>
          <p:cNvSpPr/>
          <p:nvPr/>
        </p:nvSpPr>
        <p:spPr>
          <a:xfrm rot="10800000">
            <a:off x="8180475" y="6607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1"/>
          <p:cNvSpPr/>
          <p:nvPr/>
        </p:nvSpPr>
        <p:spPr>
          <a:xfrm rot="10800000">
            <a:off x="6860275" y="4959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1"/>
          <p:cNvSpPr/>
          <p:nvPr/>
        </p:nvSpPr>
        <p:spPr>
          <a:xfrm rot="10800000">
            <a:off x="8879450" y="45084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 rot="10800000">
            <a:off x="3930150" y="499712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6" name="Google Shape;186;p21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" name="Google Shape;187;p21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" name="Google Shape;188;p2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198662" scaled="0"/>
        </a:gra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"/>
          <p:cNvSpPr txBox="1"/>
          <p:nvPr>
            <p:ph type="title"/>
          </p:nvPr>
        </p:nvSpPr>
        <p:spPr>
          <a:xfrm>
            <a:off x="660125" y="53000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191" name="Google Shape;191;p22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" name="Google Shape;192;p22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" name="Google Shape;193;p22"/>
          <p:cNvCxnSpPr/>
          <p:nvPr/>
        </p:nvCxnSpPr>
        <p:spPr>
          <a:xfrm>
            <a:off x="312850" y="-192450"/>
            <a:ext cx="0" cy="539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" name="Google Shape;194;p2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3"/>
          <p:cNvSpPr txBox="1"/>
          <p:nvPr>
            <p:ph hasCustomPrompt="1" type="title"/>
          </p:nvPr>
        </p:nvSpPr>
        <p:spPr>
          <a:xfrm>
            <a:off x="1892700" y="1558475"/>
            <a:ext cx="5358600" cy="1326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7" name="Google Shape;197;p23"/>
          <p:cNvSpPr txBox="1"/>
          <p:nvPr>
            <p:ph idx="1" type="subTitle"/>
          </p:nvPr>
        </p:nvSpPr>
        <p:spPr>
          <a:xfrm>
            <a:off x="1892700" y="2993425"/>
            <a:ext cx="5358600" cy="45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cxnSp>
        <p:nvCxnSpPr>
          <p:cNvPr id="198" name="Google Shape;198;p23"/>
          <p:cNvCxnSpPr/>
          <p:nvPr/>
        </p:nvCxnSpPr>
        <p:spPr>
          <a:xfrm rot="10800000">
            <a:off x="-2099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9" name="Google Shape;199;p23"/>
          <p:cNvCxnSpPr/>
          <p:nvPr/>
        </p:nvCxnSpPr>
        <p:spPr>
          <a:xfrm rot="10800000"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00" name="Google Shape;200;p23"/>
          <p:cNvSpPr/>
          <p:nvPr/>
        </p:nvSpPr>
        <p:spPr>
          <a:xfrm flipH="1">
            <a:off x="506125" y="70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23"/>
          <p:cNvSpPr/>
          <p:nvPr/>
        </p:nvSpPr>
        <p:spPr>
          <a:xfrm flipH="1">
            <a:off x="8596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3"/>
          <p:cNvSpPr/>
          <p:nvPr/>
        </p:nvSpPr>
        <p:spPr>
          <a:xfrm flipH="1">
            <a:off x="37387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 flipH="1">
            <a:off x="7130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 flipH="1">
            <a:off x="128557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3"/>
          <p:cNvSpPr/>
          <p:nvPr/>
        </p:nvSpPr>
        <p:spPr>
          <a:xfrm flipH="1">
            <a:off x="269725" y="33332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23"/>
          <p:cNvSpPr/>
          <p:nvPr/>
        </p:nvSpPr>
        <p:spPr>
          <a:xfrm flipH="1">
            <a:off x="478825" y="2932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3"/>
          <p:cNvSpPr/>
          <p:nvPr/>
        </p:nvSpPr>
        <p:spPr>
          <a:xfrm flipH="1">
            <a:off x="899772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3"/>
          <p:cNvSpPr/>
          <p:nvPr/>
        </p:nvSpPr>
        <p:spPr>
          <a:xfrm flipH="1">
            <a:off x="27947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23"/>
          <p:cNvSpPr/>
          <p:nvPr/>
        </p:nvSpPr>
        <p:spPr>
          <a:xfrm flipH="1">
            <a:off x="7807725" y="45451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23"/>
          <p:cNvSpPr/>
          <p:nvPr/>
        </p:nvSpPr>
        <p:spPr>
          <a:xfrm flipH="1">
            <a:off x="693402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3"/>
          <p:cNvSpPr/>
          <p:nvPr/>
        </p:nvSpPr>
        <p:spPr>
          <a:xfrm flipH="1">
            <a:off x="895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23"/>
          <p:cNvSpPr/>
          <p:nvPr/>
        </p:nvSpPr>
        <p:spPr>
          <a:xfrm flipH="1">
            <a:off x="45415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198662" scaled="0"/>
        </a:gra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2055775" y="1748213"/>
            <a:ext cx="23364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18" name="Google Shape;218;p25"/>
          <p:cNvSpPr txBox="1"/>
          <p:nvPr>
            <p:ph hasCustomPrompt="1" idx="2" type="title"/>
          </p:nvPr>
        </p:nvSpPr>
        <p:spPr>
          <a:xfrm>
            <a:off x="2055775" y="133662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19" name="Google Shape;219;p25"/>
          <p:cNvSpPr txBox="1"/>
          <p:nvPr>
            <p:ph idx="1" type="subTitle"/>
          </p:nvPr>
        </p:nvSpPr>
        <p:spPr>
          <a:xfrm>
            <a:off x="2055775" y="2110225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5"/>
          <p:cNvSpPr txBox="1"/>
          <p:nvPr>
            <p:ph idx="3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1" name="Google Shape;221;p25"/>
          <p:cNvSpPr txBox="1"/>
          <p:nvPr>
            <p:ph idx="4" type="title"/>
          </p:nvPr>
        </p:nvSpPr>
        <p:spPr>
          <a:xfrm>
            <a:off x="6160875" y="1748213"/>
            <a:ext cx="23364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2" name="Google Shape;222;p25"/>
          <p:cNvSpPr txBox="1"/>
          <p:nvPr>
            <p:ph hasCustomPrompt="1" idx="5" type="title"/>
          </p:nvPr>
        </p:nvSpPr>
        <p:spPr>
          <a:xfrm>
            <a:off x="6160875" y="133662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3" name="Google Shape;223;p25"/>
          <p:cNvSpPr txBox="1"/>
          <p:nvPr>
            <p:ph idx="6" type="subTitle"/>
          </p:nvPr>
        </p:nvSpPr>
        <p:spPr>
          <a:xfrm>
            <a:off x="6160875" y="2110225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25"/>
          <p:cNvSpPr txBox="1"/>
          <p:nvPr>
            <p:ph idx="7" type="title"/>
          </p:nvPr>
        </p:nvSpPr>
        <p:spPr>
          <a:xfrm>
            <a:off x="2055775" y="3569863"/>
            <a:ext cx="23364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5" name="Google Shape;225;p25"/>
          <p:cNvSpPr txBox="1"/>
          <p:nvPr>
            <p:ph hasCustomPrompt="1" idx="8" type="title"/>
          </p:nvPr>
        </p:nvSpPr>
        <p:spPr>
          <a:xfrm>
            <a:off x="2055775" y="315827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6" name="Google Shape;226;p25"/>
          <p:cNvSpPr txBox="1"/>
          <p:nvPr>
            <p:ph idx="9" type="subTitle"/>
          </p:nvPr>
        </p:nvSpPr>
        <p:spPr>
          <a:xfrm>
            <a:off x="2055775" y="3931875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27" name="Google Shape;227;p25"/>
          <p:cNvSpPr txBox="1"/>
          <p:nvPr>
            <p:ph idx="13" type="title"/>
          </p:nvPr>
        </p:nvSpPr>
        <p:spPr>
          <a:xfrm>
            <a:off x="6160875" y="3569863"/>
            <a:ext cx="23364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30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28" name="Google Shape;228;p25"/>
          <p:cNvSpPr txBox="1"/>
          <p:nvPr>
            <p:ph hasCustomPrompt="1" idx="14" type="title"/>
          </p:nvPr>
        </p:nvSpPr>
        <p:spPr>
          <a:xfrm>
            <a:off x="6160875" y="315827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29" name="Google Shape;229;p25"/>
          <p:cNvSpPr txBox="1"/>
          <p:nvPr>
            <p:ph idx="15" type="subTitle"/>
          </p:nvPr>
        </p:nvSpPr>
        <p:spPr>
          <a:xfrm>
            <a:off x="6160875" y="3931875"/>
            <a:ext cx="2336400" cy="484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30" name="Google Shape;230;p25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5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2" name="Google Shape;232;p2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gradFill>
          <a:gsLst>
            <a:gs pos="0">
              <a:schemeClr val="accent2"/>
            </a:gs>
            <a:gs pos="37000">
              <a:schemeClr val="dk2"/>
            </a:gs>
            <a:gs pos="100000">
              <a:schemeClr val="dk1"/>
            </a:gs>
          </a:gsLst>
          <a:lin ang="16198662" scaled="0"/>
        </a:gra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35" name="Google Shape;235;p26"/>
          <p:cNvCxnSpPr/>
          <p:nvPr/>
        </p:nvCxnSpPr>
        <p:spPr>
          <a:xfrm rot="10800000"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6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7" name="Google Shape;237;p26"/>
          <p:cNvSpPr/>
          <p:nvPr/>
        </p:nvSpPr>
        <p:spPr>
          <a:xfrm flipH="1">
            <a:off x="1450825" y="113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26"/>
          <p:cNvSpPr/>
          <p:nvPr/>
        </p:nvSpPr>
        <p:spPr>
          <a:xfrm flipH="1">
            <a:off x="809432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 flipH="1">
            <a:off x="4521625" y="483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26"/>
          <p:cNvSpPr/>
          <p:nvPr/>
        </p:nvSpPr>
        <p:spPr>
          <a:xfrm flipH="1">
            <a:off x="8845650" y="5682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6"/>
          <p:cNvSpPr/>
          <p:nvPr/>
        </p:nvSpPr>
        <p:spPr>
          <a:xfrm flipH="1">
            <a:off x="325450" y="14127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6"/>
          <p:cNvSpPr/>
          <p:nvPr/>
        </p:nvSpPr>
        <p:spPr>
          <a:xfrm flipH="1">
            <a:off x="243900" y="684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6"/>
          <p:cNvSpPr/>
          <p:nvPr/>
        </p:nvSpPr>
        <p:spPr>
          <a:xfrm flipH="1">
            <a:off x="8784750" y="10831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6"/>
          <p:cNvSpPr/>
          <p:nvPr/>
        </p:nvSpPr>
        <p:spPr>
          <a:xfrm flipH="1">
            <a:off x="8870700" y="3456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6"/>
          <p:cNvSpPr/>
          <p:nvPr/>
        </p:nvSpPr>
        <p:spPr>
          <a:xfrm flipH="1">
            <a:off x="1934975" y="4599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6"/>
          <p:cNvSpPr/>
          <p:nvPr/>
        </p:nvSpPr>
        <p:spPr>
          <a:xfrm flipH="1">
            <a:off x="6545075" y="4928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26"/>
          <p:cNvSpPr/>
          <p:nvPr/>
        </p:nvSpPr>
        <p:spPr>
          <a:xfrm flipH="1">
            <a:off x="384025" y="4228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26"/>
          <p:cNvSpPr/>
          <p:nvPr/>
        </p:nvSpPr>
        <p:spPr>
          <a:xfrm flipH="1">
            <a:off x="8660300" y="4181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26"/>
          <p:cNvSpPr/>
          <p:nvPr/>
        </p:nvSpPr>
        <p:spPr>
          <a:xfrm flipH="1">
            <a:off x="891450" y="497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6"/>
          <p:cNvSpPr/>
          <p:nvPr/>
        </p:nvSpPr>
        <p:spPr>
          <a:xfrm flipH="1">
            <a:off x="8870700" y="50123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198662" scaled="0"/>
        </a:gra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54" name="Google Shape;254;p27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55" name="Google Shape;255;p27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6" name="Google Shape;256;p2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 ">
  <p:cSld name="TITLE_AND_TWO_COLUMNS_1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8"/>
          <p:cNvSpPr txBox="1"/>
          <p:nvPr>
            <p:ph idx="1" type="subTitle"/>
          </p:nvPr>
        </p:nvSpPr>
        <p:spPr>
          <a:xfrm>
            <a:off x="814750" y="2043600"/>
            <a:ext cx="1980300" cy="4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59" name="Google Shape;259;p28"/>
          <p:cNvSpPr txBox="1"/>
          <p:nvPr>
            <p:ph idx="2" type="subTitle"/>
          </p:nvPr>
        </p:nvSpPr>
        <p:spPr>
          <a:xfrm>
            <a:off x="814750" y="1623775"/>
            <a:ext cx="1980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60" name="Google Shape;260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61" name="Google Shape;261;p28"/>
          <p:cNvCxnSpPr/>
          <p:nvPr/>
        </p:nvCxnSpPr>
        <p:spPr>
          <a:xfrm rot="10800000">
            <a:off x="-2099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2" name="Google Shape;262;p28"/>
          <p:cNvCxnSpPr/>
          <p:nvPr/>
        </p:nvCxnSpPr>
        <p:spPr>
          <a:xfrm rot="10800000"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3" name="Google Shape;263;p28"/>
          <p:cNvSpPr/>
          <p:nvPr/>
        </p:nvSpPr>
        <p:spPr>
          <a:xfrm flipH="1">
            <a:off x="222925" y="6315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8"/>
          <p:cNvSpPr/>
          <p:nvPr/>
        </p:nvSpPr>
        <p:spPr>
          <a:xfrm flipH="1">
            <a:off x="8596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28"/>
          <p:cNvSpPr/>
          <p:nvPr/>
        </p:nvSpPr>
        <p:spPr>
          <a:xfrm flipH="1">
            <a:off x="26972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 flipH="1">
            <a:off x="7130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8"/>
          <p:cNvSpPr/>
          <p:nvPr/>
        </p:nvSpPr>
        <p:spPr>
          <a:xfrm flipH="1">
            <a:off x="128557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28"/>
          <p:cNvSpPr/>
          <p:nvPr/>
        </p:nvSpPr>
        <p:spPr>
          <a:xfrm flipH="1">
            <a:off x="432025" y="3966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28"/>
          <p:cNvSpPr/>
          <p:nvPr/>
        </p:nvSpPr>
        <p:spPr>
          <a:xfrm flipH="1">
            <a:off x="899772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8"/>
          <p:cNvSpPr/>
          <p:nvPr/>
        </p:nvSpPr>
        <p:spPr>
          <a:xfrm flipH="1">
            <a:off x="441775" y="12514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28"/>
          <p:cNvSpPr/>
          <p:nvPr/>
        </p:nvSpPr>
        <p:spPr>
          <a:xfrm flipH="1">
            <a:off x="8596400" y="4418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28"/>
          <p:cNvSpPr/>
          <p:nvPr/>
        </p:nvSpPr>
        <p:spPr>
          <a:xfrm flipH="1">
            <a:off x="8987975" y="39194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8"/>
          <p:cNvSpPr/>
          <p:nvPr/>
        </p:nvSpPr>
        <p:spPr>
          <a:xfrm flipH="1">
            <a:off x="693402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8"/>
          <p:cNvSpPr/>
          <p:nvPr/>
        </p:nvSpPr>
        <p:spPr>
          <a:xfrm flipH="1">
            <a:off x="895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8"/>
          <p:cNvSpPr txBox="1"/>
          <p:nvPr>
            <p:ph idx="3" type="subTitle"/>
          </p:nvPr>
        </p:nvSpPr>
        <p:spPr>
          <a:xfrm>
            <a:off x="3581850" y="2043600"/>
            <a:ext cx="1980300" cy="4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6" name="Google Shape;276;p28"/>
          <p:cNvSpPr txBox="1"/>
          <p:nvPr>
            <p:ph idx="4" type="subTitle"/>
          </p:nvPr>
        </p:nvSpPr>
        <p:spPr>
          <a:xfrm>
            <a:off x="3581850" y="1623775"/>
            <a:ext cx="1980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7" name="Google Shape;277;p28"/>
          <p:cNvSpPr txBox="1"/>
          <p:nvPr>
            <p:ph idx="5" type="subTitle"/>
          </p:nvPr>
        </p:nvSpPr>
        <p:spPr>
          <a:xfrm>
            <a:off x="6348950" y="2043600"/>
            <a:ext cx="1980300" cy="4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78" name="Google Shape;278;p28"/>
          <p:cNvSpPr txBox="1"/>
          <p:nvPr>
            <p:ph idx="6" type="subTitle"/>
          </p:nvPr>
        </p:nvSpPr>
        <p:spPr>
          <a:xfrm>
            <a:off x="6348950" y="1623775"/>
            <a:ext cx="1980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79" name="Google Shape;279;p28"/>
          <p:cNvSpPr txBox="1"/>
          <p:nvPr>
            <p:ph idx="7" type="subTitle"/>
          </p:nvPr>
        </p:nvSpPr>
        <p:spPr>
          <a:xfrm>
            <a:off x="814750" y="3891600"/>
            <a:ext cx="1980300" cy="4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0" name="Google Shape;280;p28"/>
          <p:cNvSpPr txBox="1"/>
          <p:nvPr>
            <p:ph idx="8" type="subTitle"/>
          </p:nvPr>
        </p:nvSpPr>
        <p:spPr>
          <a:xfrm>
            <a:off x="814750" y="3471775"/>
            <a:ext cx="1980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1" name="Google Shape;281;p28"/>
          <p:cNvSpPr txBox="1"/>
          <p:nvPr>
            <p:ph idx="9" type="subTitle"/>
          </p:nvPr>
        </p:nvSpPr>
        <p:spPr>
          <a:xfrm>
            <a:off x="3581850" y="3891600"/>
            <a:ext cx="1980300" cy="4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2" name="Google Shape;282;p28"/>
          <p:cNvSpPr txBox="1"/>
          <p:nvPr>
            <p:ph idx="13" type="subTitle"/>
          </p:nvPr>
        </p:nvSpPr>
        <p:spPr>
          <a:xfrm>
            <a:off x="3581850" y="3471775"/>
            <a:ext cx="1980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3" name="Google Shape;283;p28"/>
          <p:cNvSpPr txBox="1"/>
          <p:nvPr>
            <p:ph idx="14" type="subTitle"/>
          </p:nvPr>
        </p:nvSpPr>
        <p:spPr>
          <a:xfrm>
            <a:off x="6348950" y="3891600"/>
            <a:ext cx="1980300" cy="49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284" name="Google Shape;284;p28"/>
          <p:cNvSpPr txBox="1"/>
          <p:nvPr>
            <p:ph idx="15" type="subTitle"/>
          </p:nvPr>
        </p:nvSpPr>
        <p:spPr>
          <a:xfrm>
            <a:off x="6348950" y="3471775"/>
            <a:ext cx="1980300" cy="35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300">
                <a:solidFill>
                  <a:schemeClr val="accent3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285" name="Google Shape;285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ONLY_3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288" name="Google Shape;288;p29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89" name="Google Shape;289;p29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" name="Google Shape;290;p29"/>
          <p:cNvSpPr/>
          <p:nvPr/>
        </p:nvSpPr>
        <p:spPr>
          <a:xfrm>
            <a:off x="7704775" y="113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29"/>
          <p:cNvSpPr/>
          <p:nvPr/>
        </p:nvSpPr>
        <p:spPr>
          <a:xfrm>
            <a:off x="106127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29"/>
          <p:cNvSpPr/>
          <p:nvPr/>
        </p:nvSpPr>
        <p:spPr>
          <a:xfrm>
            <a:off x="4633975" y="483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29"/>
          <p:cNvSpPr/>
          <p:nvPr/>
        </p:nvSpPr>
        <p:spPr>
          <a:xfrm>
            <a:off x="329450" y="5682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9"/>
          <p:cNvSpPr/>
          <p:nvPr/>
        </p:nvSpPr>
        <p:spPr>
          <a:xfrm>
            <a:off x="8505150" y="5955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9"/>
          <p:cNvSpPr/>
          <p:nvPr/>
        </p:nvSpPr>
        <p:spPr>
          <a:xfrm>
            <a:off x="8931200" y="684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29"/>
          <p:cNvSpPr/>
          <p:nvPr/>
        </p:nvSpPr>
        <p:spPr>
          <a:xfrm>
            <a:off x="174075" y="97092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29"/>
          <p:cNvSpPr/>
          <p:nvPr/>
        </p:nvSpPr>
        <p:spPr>
          <a:xfrm>
            <a:off x="380600" y="40979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29"/>
          <p:cNvSpPr/>
          <p:nvPr/>
        </p:nvSpPr>
        <p:spPr>
          <a:xfrm>
            <a:off x="7857025" y="47063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9"/>
          <p:cNvSpPr/>
          <p:nvPr/>
        </p:nvSpPr>
        <p:spPr>
          <a:xfrm>
            <a:off x="2610525" y="4928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29"/>
          <p:cNvSpPr txBox="1"/>
          <p:nvPr>
            <p:ph idx="1" type="subTitle"/>
          </p:nvPr>
        </p:nvSpPr>
        <p:spPr>
          <a:xfrm>
            <a:off x="802750" y="1441975"/>
            <a:ext cx="4758600" cy="249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1" name="Google Shape;301;p2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>
            <p:ph type="ctrTitle"/>
          </p:nvPr>
        </p:nvSpPr>
        <p:spPr>
          <a:xfrm>
            <a:off x="4486750" y="722092"/>
            <a:ext cx="3756300" cy="80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200"/>
              <a:buNone/>
              <a:defRPr sz="6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304" name="Google Shape;304;p30"/>
          <p:cNvSpPr txBox="1"/>
          <p:nvPr>
            <p:ph idx="1" type="subTitle"/>
          </p:nvPr>
        </p:nvSpPr>
        <p:spPr>
          <a:xfrm>
            <a:off x="4917875" y="1616775"/>
            <a:ext cx="3325200" cy="1073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cxnSp>
        <p:nvCxnSpPr>
          <p:cNvPr id="305" name="Google Shape;305;p30"/>
          <p:cNvCxnSpPr/>
          <p:nvPr/>
        </p:nvCxnSpPr>
        <p:spPr>
          <a:xfrm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6" name="Google Shape;306;p30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0"/>
          <p:cNvSpPr/>
          <p:nvPr/>
        </p:nvSpPr>
        <p:spPr>
          <a:xfrm>
            <a:off x="8640775" y="70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0"/>
          <p:cNvSpPr/>
          <p:nvPr/>
        </p:nvSpPr>
        <p:spPr>
          <a:xfrm>
            <a:off x="5505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0"/>
          <p:cNvSpPr/>
          <p:nvPr/>
        </p:nvSpPr>
        <p:spPr>
          <a:xfrm>
            <a:off x="8877175" y="4372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0"/>
          <p:cNvSpPr/>
          <p:nvPr/>
        </p:nvSpPr>
        <p:spPr>
          <a:xfrm>
            <a:off x="2016450" y="49600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0"/>
          <p:cNvSpPr/>
          <p:nvPr/>
        </p:nvSpPr>
        <p:spPr>
          <a:xfrm>
            <a:off x="7880825" y="4914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30"/>
          <p:cNvSpPr/>
          <p:nvPr/>
        </p:nvSpPr>
        <p:spPr>
          <a:xfrm>
            <a:off x="31862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30"/>
          <p:cNvSpPr/>
          <p:nvPr/>
        </p:nvSpPr>
        <p:spPr>
          <a:xfrm>
            <a:off x="8687575" y="2932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p30"/>
          <p:cNvSpPr/>
          <p:nvPr/>
        </p:nvSpPr>
        <p:spPr>
          <a:xfrm>
            <a:off x="168675" y="49698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0"/>
          <p:cNvSpPr/>
          <p:nvPr/>
        </p:nvSpPr>
        <p:spPr>
          <a:xfrm>
            <a:off x="8886925" y="922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30"/>
          <p:cNvSpPr/>
          <p:nvPr/>
        </p:nvSpPr>
        <p:spPr>
          <a:xfrm>
            <a:off x="1358675" y="45451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158925" y="39194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2212875" y="2074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213200" y="6783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0"/>
          <p:cNvSpPr/>
          <p:nvPr/>
        </p:nvSpPr>
        <p:spPr>
          <a:xfrm>
            <a:off x="503700" y="42422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0"/>
          <p:cNvSpPr/>
          <p:nvPr/>
        </p:nvSpPr>
        <p:spPr>
          <a:xfrm>
            <a:off x="4605400" y="5066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22" name="Google Shape;322;p30"/>
          <p:cNvCxnSpPr/>
          <p:nvPr/>
        </p:nvCxnSpPr>
        <p:spPr>
          <a:xfrm>
            <a:off x="8824400" y="-192450"/>
            <a:ext cx="0" cy="53970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3" name="Google Shape;323;p30"/>
          <p:cNvSpPr txBox="1"/>
          <p:nvPr/>
        </p:nvSpPr>
        <p:spPr>
          <a:xfrm>
            <a:off x="3720300" y="3558302"/>
            <a:ext cx="4522800" cy="516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CREDITS:</a:t>
            </a:r>
            <a:r>
              <a:rPr b="1" lang="en" sz="11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1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This presentation template was created by</a:t>
            </a:r>
            <a:r>
              <a:rPr lang="en" sz="1100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b="1" lang="en" sz="1100">
                <a:solidFill>
                  <a:schemeClr val="accent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1" lang="en" sz="1100">
                <a:solidFill>
                  <a:schemeClr val="accent3"/>
                </a:solidFill>
                <a:latin typeface="Quicksand"/>
                <a:ea typeface="Quicksand"/>
                <a:cs typeface="Quicksand"/>
                <a:sym typeface="Quicksand"/>
              </a:rPr>
              <a:t>,</a:t>
            </a:r>
            <a:r>
              <a:rPr lang="en" sz="11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including icons by </a:t>
            </a:r>
            <a:r>
              <a:rPr b="1" lang="en" sz="1100">
                <a:solidFill>
                  <a:schemeClr val="accent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and infographics &amp; images by </a:t>
            </a:r>
            <a:r>
              <a:rPr b="1" lang="en" sz="1100">
                <a:solidFill>
                  <a:schemeClr val="accent3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100">
              <a:solidFill>
                <a:schemeClr val="accent3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324" name="Google Shape;324;p3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6" name="Google Shape;326;p31"/>
          <p:cNvCxnSpPr/>
          <p:nvPr/>
        </p:nvCxnSpPr>
        <p:spPr>
          <a:xfrm rot="10800000"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7" name="Google Shape;327;p31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8" name="Google Shape;328;p31"/>
          <p:cNvSpPr/>
          <p:nvPr/>
        </p:nvSpPr>
        <p:spPr>
          <a:xfrm flipH="1">
            <a:off x="1450825" y="113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1"/>
          <p:cNvSpPr/>
          <p:nvPr/>
        </p:nvSpPr>
        <p:spPr>
          <a:xfrm flipH="1">
            <a:off x="8094325" y="160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1"/>
          <p:cNvSpPr/>
          <p:nvPr/>
        </p:nvSpPr>
        <p:spPr>
          <a:xfrm flipH="1">
            <a:off x="4521625" y="4832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1"/>
          <p:cNvSpPr/>
          <p:nvPr/>
        </p:nvSpPr>
        <p:spPr>
          <a:xfrm flipH="1">
            <a:off x="8845650" y="5682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1"/>
          <p:cNvSpPr/>
          <p:nvPr/>
        </p:nvSpPr>
        <p:spPr>
          <a:xfrm flipH="1">
            <a:off x="325450" y="141272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1"/>
          <p:cNvSpPr/>
          <p:nvPr/>
        </p:nvSpPr>
        <p:spPr>
          <a:xfrm flipH="1">
            <a:off x="243900" y="684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1"/>
          <p:cNvSpPr/>
          <p:nvPr/>
        </p:nvSpPr>
        <p:spPr>
          <a:xfrm flipH="1">
            <a:off x="8784750" y="10831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1"/>
          <p:cNvSpPr/>
          <p:nvPr/>
        </p:nvSpPr>
        <p:spPr>
          <a:xfrm flipH="1">
            <a:off x="8870700" y="3456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1"/>
          <p:cNvSpPr/>
          <p:nvPr/>
        </p:nvSpPr>
        <p:spPr>
          <a:xfrm flipH="1">
            <a:off x="1934975" y="45997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31"/>
          <p:cNvSpPr/>
          <p:nvPr/>
        </p:nvSpPr>
        <p:spPr>
          <a:xfrm flipH="1">
            <a:off x="6545075" y="49288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31"/>
          <p:cNvSpPr/>
          <p:nvPr/>
        </p:nvSpPr>
        <p:spPr>
          <a:xfrm flipH="1">
            <a:off x="384025" y="42286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1"/>
          <p:cNvSpPr/>
          <p:nvPr/>
        </p:nvSpPr>
        <p:spPr>
          <a:xfrm flipH="1">
            <a:off x="8660300" y="418187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31"/>
          <p:cNvSpPr/>
          <p:nvPr/>
        </p:nvSpPr>
        <p:spPr>
          <a:xfrm flipH="1">
            <a:off x="891450" y="497565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1"/>
          <p:cNvSpPr/>
          <p:nvPr/>
        </p:nvSpPr>
        <p:spPr>
          <a:xfrm flipH="1">
            <a:off x="8870700" y="50123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4" name="Google Shape;344;p32"/>
          <p:cNvCxnSpPr/>
          <p:nvPr/>
        </p:nvCxnSpPr>
        <p:spPr>
          <a:xfrm rot="10800000">
            <a:off x="-201200" y="322275"/>
            <a:ext cx="96048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5" name="Google Shape;345;p32"/>
          <p:cNvCxnSpPr/>
          <p:nvPr/>
        </p:nvCxnSpPr>
        <p:spPr>
          <a:xfrm>
            <a:off x="-481100" y="4821225"/>
            <a:ext cx="10155900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6" name="Google Shape;346;p32"/>
          <p:cNvSpPr/>
          <p:nvPr/>
        </p:nvSpPr>
        <p:spPr>
          <a:xfrm flipH="1" rot="10800000">
            <a:off x="7644275" y="49928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2"/>
          <p:cNvSpPr/>
          <p:nvPr/>
        </p:nvSpPr>
        <p:spPr>
          <a:xfrm flipH="1" rot="10800000">
            <a:off x="1000775" y="49460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2"/>
          <p:cNvSpPr/>
          <p:nvPr/>
        </p:nvSpPr>
        <p:spPr>
          <a:xfrm flipH="1" rot="10800000">
            <a:off x="268950" y="455795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2"/>
          <p:cNvSpPr/>
          <p:nvPr/>
        </p:nvSpPr>
        <p:spPr>
          <a:xfrm flipH="1" rot="10800000">
            <a:off x="8870700" y="4441300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2"/>
          <p:cNvSpPr/>
          <p:nvPr/>
        </p:nvSpPr>
        <p:spPr>
          <a:xfrm flipH="1" rot="10800000">
            <a:off x="8444550" y="113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2"/>
          <p:cNvSpPr/>
          <p:nvPr/>
        </p:nvSpPr>
        <p:spPr>
          <a:xfrm flipH="1" rot="10800000">
            <a:off x="2029250" y="104125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2"/>
          <p:cNvSpPr/>
          <p:nvPr/>
        </p:nvSpPr>
        <p:spPr>
          <a:xfrm flipH="1" rot="10800000">
            <a:off x="8711075" y="8780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2"/>
          <p:cNvSpPr/>
          <p:nvPr/>
        </p:nvSpPr>
        <p:spPr>
          <a:xfrm flipH="1" rot="10800000">
            <a:off x="434800" y="924800"/>
            <a:ext cx="46800" cy="468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2"/>
          <p:cNvSpPr/>
          <p:nvPr/>
        </p:nvSpPr>
        <p:spPr>
          <a:xfrm flipH="1" rot="10800000">
            <a:off x="243900" y="113875"/>
            <a:ext cx="27300" cy="27300"/>
          </a:xfrm>
          <a:prstGeom prst="ellipse">
            <a:avLst/>
          </a:prstGeom>
          <a:solidFill>
            <a:schemeClr val="lt1"/>
          </a:solidFill>
          <a:ln>
            <a:noFill/>
          </a:ln>
          <a:effectLst>
            <a:outerShdw blurRad="114300" rotWithShape="0" algn="bl" dir="660000" dist="9525">
              <a:schemeClr val="lt1">
                <a:alpha val="9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" name="Google Shape;355;p3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theme" Target="../theme/theme1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30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gradFill>
          <a:gsLst>
            <a:gs pos="0">
              <a:schemeClr val="accent2"/>
            </a:gs>
            <a:gs pos="37000">
              <a:schemeClr val="dk2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Manrope ExtraBold"/>
              <a:buNone/>
              <a:defRPr sz="3000">
                <a:solidFill>
                  <a:schemeClr val="lt1"/>
                </a:solidFill>
                <a:latin typeface="Manrope ExtraBold"/>
                <a:ea typeface="Manrope ExtraBold"/>
                <a:cs typeface="Manrope ExtraBold"/>
                <a:sym typeface="Manrope ExtraBold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Font typeface="Quicksand"/>
              <a:buChar char="■"/>
              <a:defRPr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Relationship Id="rId4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15.png"/><Relationship Id="rId5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react.dev/learn/writing-markup-with-jsx" TargetMode="External"/><Relationship Id="rId4" Type="http://schemas.openxmlformats.org/officeDocument/2006/relationships/hyperlink" Target="https://www.w3schools.com/postgresql/postgresql_pgadmin4.php" TargetMode="External"/><Relationship Id="rId5" Type="http://schemas.openxmlformats.org/officeDocument/2006/relationships/hyperlink" Target="https://www.weatherapi.com/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14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2"/>
            </a:gs>
            <a:gs pos="37000">
              <a:schemeClr val="dk2"/>
            </a:gs>
            <a:gs pos="100000">
              <a:schemeClr val="dk1"/>
            </a:gs>
          </a:gsLst>
          <a:lin ang="16200038" scaled="0"/>
        </a:gra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0" name="Google Shape;360;p33"/>
          <p:cNvGrpSpPr/>
          <p:nvPr/>
        </p:nvGrpSpPr>
        <p:grpSpPr>
          <a:xfrm>
            <a:off x="6277000" y="1550475"/>
            <a:ext cx="1156800" cy="1156800"/>
            <a:chOff x="6277000" y="1550475"/>
            <a:chExt cx="1156800" cy="1156800"/>
          </a:xfrm>
        </p:grpSpPr>
        <p:sp>
          <p:nvSpPr>
            <p:cNvPr id="361" name="Google Shape;361;p33"/>
            <p:cNvSpPr/>
            <p:nvPr/>
          </p:nvSpPr>
          <p:spPr>
            <a:xfrm>
              <a:off x="6277000" y="1550475"/>
              <a:ext cx="1156800" cy="11568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285750" rotWithShape="0" algn="bl" dir="660000" dist="66675">
                <a:schemeClr val="accent3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33"/>
            <p:cNvSpPr/>
            <p:nvPr/>
          </p:nvSpPr>
          <p:spPr>
            <a:xfrm>
              <a:off x="6277000" y="1550475"/>
              <a:ext cx="1156800" cy="11568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285750" rotWithShape="0" algn="bl" dir="660000" dist="66675">
                <a:schemeClr val="accent3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33"/>
          <p:cNvSpPr txBox="1"/>
          <p:nvPr>
            <p:ph type="ctrTitle"/>
          </p:nvPr>
        </p:nvSpPr>
        <p:spPr>
          <a:xfrm>
            <a:off x="939475" y="1106644"/>
            <a:ext cx="5191500" cy="2478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WeatherOrNot</a:t>
            </a:r>
            <a:endParaRPr sz="51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00">
                <a:solidFill>
                  <a:schemeClr val="accent3"/>
                </a:solidFill>
              </a:rPr>
              <a:t>Weather Application</a:t>
            </a:r>
            <a:endParaRPr sz="2300">
              <a:solidFill>
                <a:schemeClr val="accent3"/>
              </a:solidFill>
            </a:endParaRPr>
          </a:p>
        </p:txBody>
      </p:sp>
      <p:sp>
        <p:nvSpPr>
          <p:cNvPr id="364" name="Google Shape;364;p33"/>
          <p:cNvSpPr txBox="1"/>
          <p:nvPr>
            <p:ph idx="1" type="subTitle"/>
          </p:nvPr>
        </p:nvSpPr>
        <p:spPr>
          <a:xfrm>
            <a:off x="939475" y="3139731"/>
            <a:ext cx="4583700" cy="409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By: Alvaro and Ben</a:t>
            </a:r>
            <a:endParaRPr/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40653" y="83509"/>
            <a:ext cx="2595101" cy="146696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pic>
        <p:nvPicPr>
          <p:cNvPr id="366" name="Google Shape;36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96924" y="1801653"/>
            <a:ext cx="2595098" cy="216807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pic>
        <p:nvPicPr>
          <p:cNvPr id="367" name="Google Shape;36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30974" y="2074178"/>
            <a:ext cx="2595098" cy="2168077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34"/>
          <p:cNvSpPr txBox="1"/>
          <p:nvPr>
            <p:ph type="title"/>
          </p:nvPr>
        </p:nvSpPr>
        <p:spPr>
          <a:xfrm>
            <a:off x="2161950" y="1416725"/>
            <a:ext cx="48201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400"/>
              <a:t>Introduction</a:t>
            </a:r>
            <a:endParaRPr sz="5400"/>
          </a:p>
        </p:txBody>
      </p:sp>
      <p:sp>
        <p:nvSpPr>
          <p:cNvPr id="373" name="Google Shape;373;p34"/>
          <p:cNvSpPr txBox="1"/>
          <p:nvPr>
            <p:ph idx="1" type="subTitle"/>
          </p:nvPr>
        </p:nvSpPr>
        <p:spPr>
          <a:xfrm>
            <a:off x="2144250" y="2369275"/>
            <a:ext cx="4855500" cy="1357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Whether</a:t>
            </a:r>
            <a:r>
              <a:rPr lang="en"/>
              <a:t> it is ready or not, whether you wanna hear it or not, w</a:t>
            </a:r>
            <a:r>
              <a:rPr lang="en"/>
              <a:t>hether</a:t>
            </a:r>
            <a:r>
              <a:rPr lang="en"/>
              <a:t> it is good or not. </a:t>
            </a:r>
            <a:br>
              <a:rPr lang="en"/>
            </a:br>
            <a:r>
              <a:rPr lang="en"/>
              <a:t>We present you WeatherOrNot</a:t>
            </a:r>
            <a:endParaRPr/>
          </a:p>
        </p:txBody>
      </p:sp>
      <p:pic>
        <p:nvPicPr>
          <p:cNvPr id="374" name="Google Shape;374;p34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rot="10800000">
            <a:off x="-212388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chemeClr val="accent3">
                <a:alpha val="50000"/>
              </a:schemeClr>
            </a:outerShdw>
          </a:effectLst>
        </p:spPr>
      </p:pic>
      <p:pic>
        <p:nvPicPr>
          <p:cNvPr id="375" name="Google Shape;375;p34"/>
          <p:cNvPicPr preferRelativeResize="0"/>
          <p:nvPr/>
        </p:nvPicPr>
        <p:blipFill>
          <a:blip r:embed="rId3">
            <a:alphaModFix amt="86000"/>
          </a:blip>
          <a:stretch>
            <a:fillRect/>
          </a:stretch>
        </p:blipFill>
        <p:spPr>
          <a:xfrm flipH="1" rot="10800000">
            <a:off x="6649587" y="2840176"/>
            <a:ext cx="2706802" cy="2709448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chemeClr val="accent3">
                <a:alpha val="50000"/>
              </a:schemeClr>
            </a:outerShdw>
          </a:effectLst>
        </p:spPr>
      </p:pic>
      <p:pic>
        <p:nvPicPr>
          <p:cNvPr id="376" name="Google Shape;376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96496" y="1037430"/>
            <a:ext cx="2231373" cy="11282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pic>
        <p:nvPicPr>
          <p:cNvPr id="377" name="Google Shape;377;p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4675" y="1163828"/>
            <a:ext cx="1196150" cy="8754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grpSp>
        <p:nvGrpSpPr>
          <p:cNvPr id="378" name="Google Shape;378;p34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379" name="Google Shape;379;p34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</a:rPr>
                <a:t>Intro</a:t>
              </a:r>
              <a:endParaRPr b="1" sz="1100">
                <a:solidFill>
                  <a:schemeClr val="lt1"/>
                </a:solidFill>
              </a:endParaRPr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Methodology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Architecture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Challenges</a:t>
              </a:r>
              <a:br>
                <a:rPr lang="en" sz="1100">
                  <a:solidFill>
                    <a:schemeClr val="lt1"/>
                  </a:solidFill>
                </a:rPr>
              </a:br>
              <a:r>
                <a:rPr lang="en" sz="1100">
                  <a:solidFill>
                    <a:schemeClr val="lt1"/>
                  </a:solidFill>
                </a:rPr>
                <a:t>and Improvements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sp>
        <p:nvSpPr>
          <p:cNvPr id="384" name="Google Shape;384;p3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6"/>
            </a:gs>
            <a:gs pos="100000">
              <a:schemeClr val="accent5"/>
            </a:gs>
          </a:gsLst>
          <a:lin ang="16200038" scaled="0"/>
        </a:gra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42725" y="-514350"/>
            <a:ext cx="1677500" cy="1679150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chemeClr val="accent3">
                <a:alpha val="50000"/>
              </a:schemeClr>
            </a:outerShdw>
          </a:effectLst>
        </p:spPr>
      </p:pic>
      <p:sp>
        <p:nvSpPr>
          <p:cNvPr id="390" name="Google Shape;390;p35"/>
          <p:cNvSpPr txBox="1"/>
          <p:nvPr>
            <p:ph type="title"/>
          </p:nvPr>
        </p:nvSpPr>
        <p:spPr>
          <a:xfrm>
            <a:off x="2055775" y="1748213"/>
            <a:ext cx="23364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391" name="Google Shape;391;p35"/>
          <p:cNvSpPr txBox="1"/>
          <p:nvPr>
            <p:ph idx="2" type="title"/>
          </p:nvPr>
        </p:nvSpPr>
        <p:spPr>
          <a:xfrm>
            <a:off x="2055775" y="133662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92" name="Google Shape;392;p35"/>
          <p:cNvSpPr txBox="1"/>
          <p:nvPr>
            <p:ph idx="3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cxnSp>
        <p:nvCxnSpPr>
          <p:cNvPr id="393" name="Google Shape;393;p35"/>
          <p:cNvCxnSpPr/>
          <p:nvPr/>
        </p:nvCxnSpPr>
        <p:spPr>
          <a:xfrm>
            <a:off x="2009575" y="1323550"/>
            <a:ext cx="0" cy="126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4" name="Google Shape;394;p35"/>
          <p:cNvSpPr txBox="1"/>
          <p:nvPr>
            <p:ph idx="4" type="title"/>
          </p:nvPr>
        </p:nvSpPr>
        <p:spPr>
          <a:xfrm>
            <a:off x="6160875" y="1748213"/>
            <a:ext cx="23364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395" name="Google Shape;395;p35"/>
          <p:cNvSpPr txBox="1"/>
          <p:nvPr>
            <p:ph idx="5" type="title"/>
          </p:nvPr>
        </p:nvSpPr>
        <p:spPr>
          <a:xfrm>
            <a:off x="6160875" y="133662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96" name="Google Shape;396;p35"/>
          <p:cNvSpPr txBox="1"/>
          <p:nvPr>
            <p:ph idx="7" type="title"/>
          </p:nvPr>
        </p:nvSpPr>
        <p:spPr>
          <a:xfrm>
            <a:off x="2055775" y="3569863"/>
            <a:ext cx="2336400" cy="3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397" name="Google Shape;397;p35"/>
          <p:cNvSpPr txBox="1"/>
          <p:nvPr>
            <p:ph idx="8" type="title"/>
          </p:nvPr>
        </p:nvSpPr>
        <p:spPr>
          <a:xfrm>
            <a:off x="2055775" y="315827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98" name="Google Shape;398;p35"/>
          <p:cNvSpPr txBox="1"/>
          <p:nvPr>
            <p:ph idx="13" type="title"/>
          </p:nvPr>
        </p:nvSpPr>
        <p:spPr>
          <a:xfrm>
            <a:off x="6087625" y="3540451"/>
            <a:ext cx="2841300" cy="1056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 and Improvements</a:t>
            </a:r>
            <a:endParaRPr/>
          </a:p>
        </p:txBody>
      </p:sp>
      <p:sp>
        <p:nvSpPr>
          <p:cNvPr id="399" name="Google Shape;399;p35"/>
          <p:cNvSpPr txBox="1"/>
          <p:nvPr>
            <p:ph idx="14" type="title"/>
          </p:nvPr>
        </p:nvSpPr>
        <p:spPr>
          <a:xfrm>
            <a:off x="6160875" y="3158275"/>
            <a:ext cx="1275300" cy="411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400" name="Google Shape;400;p35"/>
          <p:cNvCxnSpPr/>
          <p:nvPr/>
        </p:nvCxnSpPr>
        <p:spPr>
          <a:xfrm>
            <a:off x="2009575" y="3112525"/>
            <a:ext cx="0" cy="126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1" name="Google Shape;401;p35"/>
          <p:cNvCxnSpPr/>
          <p:nvPr/>
        </p:nvCxnSpPr>
        <p:spPr>
          <a:xfrm>
            <a:off x="6087613" y="1323550"/>
            <a:ext cx="0" cy="126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2" name="Google Shape;402;p35"/>
          <p:cNvCxnSpPr/>
          <p:nvPr/>
        </p:nvCxnSpPr>
        <p:spPr>
          <a:xfrm>
            <a:off x="6087613" y="3112525"/>
            <a:ext cx="0" cy="12621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03" name="Google Shape;403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2150" y="1385600"/>
            <a:ext cx="1202227" cy="113797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grpSp>
        <p:nvGrpSpPr>
          <p:cNvPr id="404" name="Google Shape;404;p35"/>
          <p:cNvGrpSpPr/>
          <p:nvPr/>
        </p:nvGrpSpPr>
        <p:grpSpPr>
          <a:xfrm>
            <a:off x="1047808" y="1559638"/>
            <a:ext cx="789900" cy="789913"/>
            <a:chOff x="1008733" y="1559638"/>
            <a:chExt cx="789900" cy="789913"/>
          </a:xfrm>
        </p:grpSpPr>
        <p:sp>
          <p:nvSpPr>
            <p:cNvPr id="405" name="Google Shape;405;p35"/>
            <p:cNvSpPr/>
            <p:nvPr/>
          </p:nvSpPr>
          <p:spPr>
            <a:xfrm>
              <a:off x="1008733" y="1559650"/>
              <a:ext cx="789900" cy="7899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285750" rotWithShape="0" algn="bl" dir="660000" dist="66675">
                <a:schemeClr val="accent3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5"/>
            <p:cNvSpPr/>
            <p:nvPr/>
          </p:nvSpPr>
          <p:spPr>
            <a:xfrm>
              <a:off x="1008733" y="1559638"/>
              <a:ext cx="789900" cy="7899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285750" rotWithShape="0" algn="bl" dir="660000" dist="66675">
                <a:schemeClr val="accent3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07" name="Google Shape;407;p35"/>
          <p:cNvPicPr preferRelativeResize="0"/>
          <p:nvPr/>
        </p:nvPicPr>
        <p:blipFill>
          <a:blip r:embed="rId5">
            <a:alphaModFix amt="73000"/>
          </a:blip>
          <a:stretch>
            <a:fillRect/>
          </a:stretch>
        </p:blipFill>
        <p:spPr>
          <a:xfrm>
            <a:off x="646725" y="3222327"/>
            <a:ext cx="1275302" cy="1152300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19050">
              <a:schemeClr val="lt1">
                <a:alpha val="50000"/>
              </a:schemeClr>
            </a:outerShdw>
          </a:effectLst>
        </p:spPr>
      </p:pic>
      <p:pic>
        <p:nvPicPr>
          <p:cNvPr id="408" name="Google Shape;408;p35"/>
          <p:cNvPicPr preferRelativeResize="0"/>
          <p:nvPr/>
        </p:nvPicPr>
        <p:blipFill>
          <a:blip r:embed="rId6">
            <a:alphaModFix amt="92000"/>
          </a:blip>
          <a:stretch>
            <a:fillRect/>
          </a:stretch>
        </p:blipFill>
        <p:spPr>
          <a:xfrm>
            <a:off x="4634473" y="3222321"/>
            <a:ext cx="1331753" cy="1137977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19050">
              <a:schemeClr val="lt1">
                <a:alpha val="50000"/>
              </a:schemeClr>
            </a:outerShdw>
          </a:effectLst>
        </p:spPr>
      </p:pic>
      <p:sp>
        <p:nvSpPr>
          <p:cNvPr id="409" name="Google Shape;40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36"/>
          <p:cNvSpPr txBox="1"/>
          <p:nvPr>
            <p:ph type="title"/>
          </p:nvPr>
        </p:nvSpPr>
        <p:spPr>
          <a:xfrm>
            <a:off x="4004151" y="2285075"/>
            <a:ext cx="4806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415" name="Google Shape;415;p36"/>
          <p:cNvSpPr txBox="1"/>
          <p:nvPr>
            <p:ph idx="2" type="title"/>
          </p:nvPr>
        </p:nvSpPr>
        <p:spPr>
          <a:xfrm>
            <a:off x="4004143" y="144327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416" name="Google Shape;416;p36"/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7" name="Google Shape;417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sp>
        <p:nvSpPr>
          <p:cNvPr id="418" name="Google Shape;418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79823" y="1172100"/>
            <a:ext cx="744177" cy="5048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sp>
        <p:nvSpPr>
          <p:cNvPr id="424" name="Google Shape;424;p37"/>
          <p:cNvSpPr txBox="1"/>
          <p:nvPr>
            <p:ph type="title"/>
          </p:nvPr>
        </p:nvSpPr>
        <p:spPr>
          <a:xfrm>
            <a:off x="720000" y="1138163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we used</a:t>
            </a:r>
            <a:endParaRPr/>
          </a:p>
        </p:txBody>
      </p:sp>
      <p:sp>
        <p:nvSpPr>
          <p:cNvPr id="425" name="Google Shape;425;p37"/>
          <p:cNvSpPr/>
          <p:nvPr/>
        </p:nvSpPr>
        <p:spPr>
          <a:xfrm>
            <a:off x="7454538" y="1618675"/>
            <a:ext cx="486600" cy="486600"/>
          </a:xfrm>
          <a:prstGeom prst="ellipse">
            <a:avLst/>
          </a:prstGeom>
          <a:gradFill>
            <a:gsLst>
              <a:gs pos="0">
                <a:schemeClr val="accent3"/>
              </a:gs>
              <a:gs pos="100000">
                <a:srgbClr val="FFFFFF">
                  <a:alpha val="0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  <a:effectLst>
            <a:outerShdw blurRad="285750" rotWithShape="0" algn="bl" dir="660000" dist="66675">
              <a:schemeClr val="accent3"/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6" name="Google Shape;426;p37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427" name="Google Shape;427;p37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Intro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28" name="Google Shape;428;p37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</a:rPr>
                <a:t>Methodology</a:t>
              </a:r>
              <a:r>
                <a:rPr lang="en" sz="1100">
                  <a:solidFill>
                    <a:schemeClr val="lt1"/>
                  </a:solidFill>
                </a:rPr>
                <a:t>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29" name="Google Shape;429;p37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Architecture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30" name="Google Shape;430;p37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Challenges</a:t>
              </a:r>
              <a:br>
                <a:rPr lang="en" sz="1100">
                  <a:solidFill>
                    <a:schemeClr val="lt1"/>
                  </a:solidFill>
                </a:rPr>
              </a:br>
              <a:r>
                <a:rPr lang="en" sz="1100">
                  <a:solidFill>
                    <a:schemeClr val="lt1"/>
                  </a:solidFill>
                </a:rPr>
                <a:t>and Improvements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31" name="Google Shape;431;p37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sp>
        <p:nvSpPr>
          <p:cNvPr id="432" name="Google Shape;432;p37"/>
          <p:cNvSpPr txBox="1"/>
          <p:nvPr/>
        </p:nvSpPr>
        <p:spPr>
          <a:xfrm>
            <a:off x="757725" y="1958300"/>
            <a:ext cx="38142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Frontend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React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Tracks location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Displays fetched data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Handles data functions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3" name="Google Shape;433;p37"/>
          <p:cNvSpPr txBox="1"/>
          <p:nvPr/>
        </p:nvSpPr>
        <p:spPr>
          <a:xfrm>
            <a:off x="4571950" y="1958300"/>
            <a:ext cx="3951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Backend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Flask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Waits for call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Fetches data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4" name="Google Shape;434;p37"/>
          <p:cNvSpPr txBox="1"/>
          <p:nvPr/>
        </p:nvSpPr>
        <p:spPr>
          <a:xfrm>
            <a:off x="720000" y="3119775"/>
            <a:ext cx="3852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Database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PostgreSQL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Weather API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5" name="Google Shape;435;p37"/>
          <p:cNvSpPr txBox="1"/>
          <p:nvPr/>
        </p:nvSpPr>
        <p:spPr>
          <a:xfrm>
            <a:off x="4609725" y="3119763"/>
            <a:ext cx="4325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Styling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CSS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436" name="Google Shape;436;p3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38"/>
          <p:cNvSpPr txBox="1"/>
          <p:nvPr>
            <p:ph type="title"/>
          </p:nvPr>
        </p:nvSpPr>
        <p:spPr>
          <a:xfrm>
            <a:off x="720000" y="10575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Concepts Implemented</a:t>
            </a:r>
            <a:endParaRPr/>
          </a:p>
        </p:txBody>
      </p:sp>
      <p:grpSp>
        <p:nvGrpSpPr>
          <p:cNvPr id="442" name="Google Shape;442;p38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443" name="Google Shape;443;p38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Intro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44" name="Google Shape;444;p38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</a:rPr>
                <a:t>Methodology</a:t>
              </a:r>
              <a:r>
                <a:rPr lang="en" sz="1100">
                  <a:solidFill>
                    <a:schemeClr val="lt1"/>
                  </a:solidFill>
                </a:rPr>
                <a:t>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45" name="Google Shape;445;p38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Architecture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46" name="Google Shape;446;p38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Challenges</a:t>
              </a:r>
              <a:br>
                <a:rPr lang="en" sz="1100">
                  <a:solidFill>
                    <a:schemeClr val="lt1"/>
                  </a:solidFill>
                </a:rPr>
              </a:br>
              <a:r>
                <a:rPr lang="en" sz="1100">
                  <a:solidFill>
                    <a:schemeClr val="lt1"/>
                  </a:solidFill>
                </a:rPr>
                <a:t>and Improvements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47" name="Google Shape;447;p38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sp>
        <p:nvSpPr>
          <p:cNvPr id="448" name="Google Shape;448;p3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9" name="Google Shape;449;p38"/>
          <p:cNvSpPr txBox="1"/>
          <p:nvPr/>
        </p:nvSpPr>
        <p:spPr>
          <a:xfrm>
            <a:off x="757725" y="1630225"/>
            <a:ext cx="6808200" cy="29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Save/delete locations (PostgreSQL)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Locations can be viewed again</a:t>
            </a:r>
            <a:b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Live forecast (WeatherAPI.com)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Displays temperature, 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humidity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, wind speed, and an insight </a:t>
            </a:r>
            <a:b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</a:b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Search by city/zip 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Ability to search either city or zip using regex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To-do list 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Shows weather for given day of activity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39"/>
          <p:cNvSpPr txBox="1"/>
          <p:nvPr>
            <p:ph type="title"/>
          </p:nvPr>
        </p:nvSpPr>
        <p:spPr>
          <a:xfrm>
            <a:off x="4004151" y="2285075"/>
            <a:ext cx="4806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Architecture</a:t>
            </a:r>
            <a:endParaRPr/>
          </a:p>
        </p:txBody>
      </p:sp>
      <p:sp>
        <p:nvSpPr>
          <p:cNvPr id="455" name="Google Shape;455;p39"/>
          <p:cNvSpPr txBox="1"/>
          <p:nvPr>
            <p:ph idx="2" type="title"/>
          </p:nvPr>
        </p:nvSpPr>
        <p:spPr>
          <a:xfrm>
            <a:off x="4004143" y="144327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cxnSp>
        <p:nvCxnSpPr>
          <p:cNvPr id="456" name="Google Shape;456;p39"/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57" name="Google Shape;457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sp>
        <p:nvSpPr>
          <p:cNvPr id="458" name="Google Shape;458;p39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0"/>
          <p:cNvSpPr txBox="1"/>
          <p:nvPr>
            <p:ph type="title"/>
          </p:nvPr>
        </p:nvSpPr>
        <p:spPr>
          <a:xfrm>
            <a:off x="720000" y="10575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Front-End</a:t>
            </a:r>
            <a:endParaRPr/>
          </a:p>
        </p:txBody>
      </p:sp>
      <p:pic>
        <p:nvPicPr>
          <p:cNvPr id="464" name="Google Shape;464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8425" y="1094937"/>
            <a:ext cx="1748069" cy="1377424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19050">
              <a:schemeClr val="lt1">
                <a:alpha val="50000"/>
              </a:schemeClr>
            </a:outerShdw>
          </a:effectLst>
        </p:spPr>
      </p:pic>
      <p:grpSp>
        <p:nvGrpSpPr>
          <p:cNvPr id="465" name="Google Shape;465;p40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466" name="Google Shape;466;p40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Intro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67" name="Google Shape;467;p40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Methodology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68" name="Google Shape;468;p40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</a:rPr>
                <a:t>Architecture</a:t>
              </a:r>
              <a:endParaRPr b="1" sz="1100">
                <a:solidFill>
                  <a:schemeClr val="lt1"/>
                </a:solidFill>
              </a:endParaRPr>
            </a:p>
          </p:txBody>
        </p:sp>
        <p:sp>
          <p:nvSpPr>
            <p:cNvPr id="469" name="Google Shape;469;p40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Challenges</a:t>
              </a:r>
              <a:br>
                <a:rPr lang="en" sz="1100">
                  <a:solidFill>
                    <a:schemeClr val="lt1"/>
                  </a:solidFill>
                </a:rPr>
              </a:br>
              <a:r>
                <a:rPr lang="en" sz="1100">
                  <a:solidFill>
                    <a:schemeClr val="lt1"/>
                  </a:solidFill>
                </a:rPr>
                <a:t>and Improvements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70" name="Google Shape;470;p40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sp>
        <p:nvSpPr>
          <p:cNvPr id="471" name="Google Shape;471;p4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2" name="Google Shape;472;p40"/>
          <p:cNvSpPr txBox="1"/>
          <p:nvPr/>
        </p:nvSpPr>
        <p:spPr>
          <a:xfrm>
            <a:off x="720000" y="1725150"/>
            <a:ext cx="49779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Regex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Responsible for making sure a city or zip code is correct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If less than 1 char it will give an error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It allows autofill if there are 2 char or more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73" name="Google Shape;47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01925" y="3247550"/>
            <a:ext cx="5921549" cy="106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40"/>
          <p:cNvSpPr txBox="1"/>
          <p:nvPr/>
        </p:nvSpPr>
        <p:spPr>
          <a:xfrm>
            <a:off x="6441203" y="2764275"/>
            <a:ext cx="1875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LocationsPanel.jsx</a:t>
            </a:r>
            <a:endParaRPr/>
          </a:p>
        </p:txBody>
      </p:sp>
      <p:sp>
        <p:nvSpPr>
          <p:cNvPr id="475" name="Google Shape;475;p40"/>
          <p:cNvSpPr txBox="1"/>
          <p:nvPr/>
        </p:nvSpPr>
        <p:spPr>
          <a:xfrm>
            <a:off x="314500" y="2896475"/>
            <a:ext cx="2338200" cy="190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\d 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-&gt;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 digits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a-zA-Z 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-&gt;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u00C0-\u00FF 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-&gt; accents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\s -&gt; space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\. 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-&gt; dot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\- </a:t>
            </a: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-&gt; Hyphen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’ -&gt; Apostrophes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41"/>
          <p:cNvSpPr txBox="1"/>
          <p:nvPr>
            <p:ph type="title"/>
          </p:nvPr>
        </p:nvSpPr>
        <p:spPr>
          <a:xfrm>
            <a:off x="720000" y="10575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Backend </a:t>
            </a:r>
            <a:endParaRPr/>
          </a:p>
        </p:txBody>
      </p:sp>
      <p:grpSp>
        <p:nvGrpSpPr>
          <p:cNvPr id="481" name="Google Shape;481;p41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482" name="Google Shape;482;p41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Intro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83" name="Google Shape;483;p41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Methodology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84" name="Google Shape;484;p41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</a:rPr>
                <a:t>Architecture</a:t>
              </a:r>
              <a:endParaRPr b="1" sz="1100">
                <a:solidFill>
                  <a:schemeClr val="lt1"/>
                </a:solidFill>
              </a:endParaRPr>
            </a:p>
          </p:txBody>
        </p:sp>
        <p:sp>
          <p:nvSpPr>
            <p:cNvPr id="485" name="Google Shape;485;p41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Challenges</a:t>
              </a:r>
              <a:br>
                <a:rPr lang="en" sz="1100">
                  <a:solidFill>
                    <a:schemeClr val="lt1"/>
                  </a:solidFill>
                </a:rPr>
              </a:br>
              <a:r>
                <a:rPr lang="en" sz="1100">
                  <a:solidFill>
                    <a:schemeClr val="lt1"/>
                  </a:solidFill>
                </a:rPr>
                <a:t>and Improvements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86" name="Google Shape;486;p41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sp>
        <p:nvSpPr>
          <p:cNvPr id="487" name="Google Shape;487;p4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8" name="Google Shape;488;p41"/>
          <p:cNvSpPr txBox="1"/>
          <p:nvPr/>
        </p:nvSpPr>
        <p:spPr>
          <a:xfrm>
            <a:off x="432950" y="1698500"/>
            <a:ext cx="333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database.py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489" name="Google Shape;489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475" y="2048725"/>
            <a:ext cx="4999596" cy="1973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90" name="Google Shape;490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4845" y="1760120"/>
            <a:ext cx="5069887" cy="14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41"/>
          <p:cNvSpPr txBox="1"/>
          <p:nvPr/>
        </p:nvSpPr>
        <p:spPr>
          <a:xfrm>
            <a:off x="6776600" y="3241275"/>
            <a:ext cx="3331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weather_api</a:t>
            </a: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.py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42"/>
          <p:cNvSpPr txBox="1"/>
          <p:nvPr>
            <p:ph type="title"/>
          </p:nvPr>
        </p:nvSpPr>
        <p:spPr>
          <a:xfrm>
            <a:off x="720000" y="1062250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PostgreSQL</a:t>
            </a:r>
            <a:endParaRPr/>
          </a:p>
        </p:txBody>
      </p:sp>
      <p:grpSp>
        <p:nvGrpSpPr>
          <p:cNvPr id="497" name="Google Shape;497;p42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498" name="Google Shape;498;p42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Intro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499" name="Google Shape;499;p42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Methodology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00" name="Google Shape;500;p42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chemeClr val="lt1"/>
                  </a:solidFill>
                </a:rPr>
                <a:t>Architecture</a:t>
              </a:r>
              <a:endParaRPr b="1" sz="1100">
                <a:solidFill>
                  <a:schemeClr val="lt1"/>
                </a:solidFill>
              </a:endParaRPr>
            </a:p>
          </p:txBody>
        </p:sp>
        <p:sp>
          <p:nvSpPr>
            <p:cNvPr id="501" name="Google Shape;501;p42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Challenges</a:t>
              </a:r>
              <a:br>
                <a:rPr lang="en" sz="1100">
                  <a:solidFill>
                    <a:schemeClr val="lt1"/>
                  </a:solidFill>
                </a:rPr>
              </a:br>
              <a:r>
                <a:rPr lang="en" sz="1100">
                  <a:solidFill>
                    <a:schemeClr val="lt1"/>
                  </a:solidFill>
                </a:rPr>
                <a:t>and Improvements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02" name="Google Shape;502;p42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sp>
        <p:nvSpPr>
          <p:cNvPr id="503" name="Google Shape;503;p4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4" name="Google Shape;504;p42"/>
          <p:cNvSpPr txBox="1"/>
          <p:nvPr/>
        </p:nvSpPr>
        <p:spPr>
          <a:xfrm>
            <a:off x="757725" y="1639675"/>
            <a:ext cx="60768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What we intended for it</a:t>
            </a:r>
            <a:endParaRPr b="1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Connecting both PostgreSQL and WeatherAPI.com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Adds what city or zip code we searched into a database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○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Compare weather (In-progress)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505" name="Google Shape;505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3525" y="1062250"/>
            <a:ext cx="1889000" cy="38132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62625" y="3215925"/>
            <a:ext cx="3251707" cy="165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3"/>
          <p:cNvSpPr txBox="1"/>
          <p:nvPr>
            <p:ph type="title"/>
          </p:nvPr>
        </p:nvSpPr>
        <p:spPr>
          <a:xfrm>
            <a:off x="4004151" y="2285075"/>
            <a:ext cx="4806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  <p:sp>
        <p:nvSpPr>
          <p:cNvPr id="512" name="Google Shape;512;p43"/>
          <p:cNvSpPr txBox="1"/>
          <p:nvPr>
            <p:ph idx="2" type="title"/>
          </p:nvPr>
        </p:nvSpPr>
        <p:spPr>
          <a:xfrm>
            <a:off x="4004143" y="1443275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cxnSp>
        <p:nvCxnSpPr>
          <p:cNvPr id="513" name="Google Shape;513;p43"/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14" name="Google Shape;514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sp>
        <p:nvSpPr>
          <p:cNvPr id="515" name="Google Shape;515;p4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44"/>
          <p:cNvSpPr txBox="1"/>
          <p:nvPr>
            <p:ph type="title"/>
          </p:nvPr>
        </p:nvSpPr>
        <p:spPr>
          <a:xfrm>
            <a:off x="4004150" y="2285075"/>
            <a:ext cx="52038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Challenges and Improvements</a:t>
            </a:r>
            <a:endParaRPr sz="5100"/>
          </a:p>
        </p:txBody>
      </p:sp>
      <p:sp>
        <p:nvSpPr>
          <p:cNvPr id="521" name="Google Shape;521;p44"/>
          <p:cNvSpPr txBox="1"/>
          <p:nvPr>
            <p:ph idx="2" type="title"/>
          </p:nvPr>
        </p:nvSpPr>
        <p:spPr>
          <a:xfrm>
            <a:off x="3990368" y="1212300"/>
            <a:ext cx="31509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cxnSp>
        <p:nvCxnSpPr>
          <p:cNvPr id="522" name="Google Shape;522;p44"/>
          <p:cNvCxnSpPr/>
          <p:nvPr/>
        </p:nvCxnSpPr>
        <p:spPr>
          <a:xfrm>
            <a:off x="3800418" y="1543800"/>
            <a:ext cx="0" cy="1979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23" name="Google Shape;523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5757" y="1212300"/>
            <a:ext cx="2624727" cy="2514524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sp>
        <p:nvSpPr>
          <p:cNvPr id="524" name="Google Shape;524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45"/>
          <p:cNvSpPr txBox="1"/>
          <p:nvPr>
            <p:ph type="title"/>
          </p:nvPr>
        </p:nvSpPr>
        <p:spPr>
          <a:xfrm>
            <a:off x="720000" y="108967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Challenges</a:t>
            </a:r>
            <a:endParaRPr/>
          </a:p>
        </p:txBody>
      </p:sp>
      <p:grpSp>
        <p:nvGrpSpPr>
          <p:cNvPr id="530" name="Google Shape;530;p45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531" name="Google Shape;531;p45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Intro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32" name="Google Shape;532;p45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Methodology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33" name="Google Shape;533;p45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Architecture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34" name="Google Shape;534;p45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</a:rPr>
                <a:t>Challenges</a:t>
              </a:r>
              <a:br>
                <a:rPr b="1" lang="en" sz="1000">
                  <a:solidFill>
                    <a:schemeClr val="lt1"/>
                  </a:solidFill>
                </a:rPr>
              </a:br>
              <a:r>
                <a:rPr b="1" lang="en" sz="1000">
                  <a:solidFill>
                    <a:schemeClr val="lt1"/>
                  </a:solidFill>
                </a:rPr>
                <a:t>and Improvements</a:t>
              </a:r>
              <a:endParaRPr b="1" sz="1000">
                <a:solidFill>
                  <a:schemeClr val="lt1"/>
                </a:solidFill>
              </a:endParaRPr>
            </a:p>
          </p:txBody>
        </p:sp>
        <p:sp>
          <p:nvSpPr>
            <p:cNvPr id="535" name="Google Shape;535;p45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pic>
        <p:nvPicPr>
          <p:cNvPr id="536" name="Google Shape;536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12761" y="985275"/>
            <a:ext cx="2935526" cy="1388926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pic>
        <p:nvPicPr>
          <p:cNvPr id="537" name="Google Shape;53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87463" y="1887525"/>
            <a:ext cx="2386099" cy="1807051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chemeClr val="accent3">
                <a:alpha val="50000"/>
              </a:schemeClr>
            </a:outerShdw>
          </a:effectLst>
        </p:spPr>
      </p:pic>
      <p:pic>
        <p:nvPicPr>
          <p:cNvPr id="538" name="Google Shape;53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886" y="3159676"/>
            <a:ext cx="2086252" cy="1590175"/>
          </a:xfrm>
          <a:prstGeom prst="rect">
            <a:avLst/>
          </a:prstGeom>
          <a:noFill/>
          <a:ln>
            <a:noFill/>
          </a:ln>
          <a:effectLst>
            <a:outerShdw blurRad="114300" rotWithShape="0" algn="bl" dir="5400000" dist="19050">
              <a:schemeClr val="lt1">
                <a:alpha val="50000"/>
              </a:schemeClr>
            </a:outerShdw>
          </a:effectLst>
        </p:spPr>
      </p:pic>
      <p:sp>
        <p:nvSpPr>
          <p:cNvPr id="539" name="Google Shape;539;p45"/>
          <p:cNvSpPr txBox="1"/>
          <p:nvPr/>
        </p:nvSpPr>
        <p:spPr>
          <a:xfrm>
            <a:off x="935900" y="1887525"/>
            <a:ext cx="453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Getting started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Connecting database/importing data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Error handling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Connecting frontend to backend (export .jsx)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Frontend 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Quicksand"/>
              <a:buChar char="●"/>
            </a:pPr>
            <a:r>
              <a:rPr lang="en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Redis (Wasn’t implemented)</a:t>
            </a:r>
            <a:endParaRPr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40" name="Google Shape;540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6"/>
          <p:cNvSpPr txBox="1"/>
          <p:nvPr>
            <p:ph type="title"/>
          </p:nvPr>
        </p:nvSpPr>
        <p:spPr>
          <a:xfrm>
            <a:off x="720000" y="10575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Improvements</a:t>
            </a:r>
            <a:endParaRPr/>
          </a:p>
        </p:txBody>
      </p:sp>
      <p:grpSp>
        <p:nvGrpSpPr>
          <p:cNvPr id="546" name="Google Shape;546;p46"/>
          <p:cNvGrpSpPr/>
          <p:nvPr/>
        </p:nvGrpSpPr>
        <p:grpSpPr>
          <a:xfrm>
            <a:off x="757716" y="322919"/>
            <a:ext cx="7765760" cy="734594"/>
            <a:chOff x="238125" y="2506075"/>
            <a:chExt cx="7115411" cy="673075"/>
          </a:xfrm>
        </p:grpSpPr>
        <p:sp>
          <p:nvSpPr>
            <p:cNvPr id="547" name="Google Shape;547;p46"/>
            <p:cNvSpPr/>
            <p:nvPr/>
          </p:nvSpPr>
          <p:spPr>
            <a:xfrm>
              <a:off x="238125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43" y="26923"/>
                  </a:lnTo>
                  <a:lnTo>
                    <a:pt x="65725" y="13477"/>
                  </a:lnTo>
                  <a:lnTo>
                    <a:pt x="54943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Intro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48" name="Google Shape;548;p46"/>
            <p:cNvSpPr/>
            <p:nvPr/>
          </p:nvSpPr>
          <p:spPr>
            <a:xfrm>
              <a:off x="1606190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Methodology	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49" name="Google Shape;549;p46"/>
            <p:cNvSpPr/>
            <p:nvPr/>
          </p:nvSpPr>
          <p:spPr>
            <a:xfrm>
              <a:off x="297348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Architecture</a:t>
              </a:r>
              <a:endParaRPr sz="1100">
                <a:solidFill>
                  <a:schemeClr val="lt1"/>
                </a:solidFill>
              </a:endParaRPr>
            </a:p>
          </p:txBody>
        </p:sp>
        <p:sp>
          <p:nvSpPr>
            <p:cNvPr id="550" name="Google Shape;550;p46"/>
            <p:cNvSpPr/>
            <p:nvPr/>
          </p:nvSpPr>
          <p:spPr>
            <a:xfrm>
              <a:off x="5709611" y="2506075"/>
              <a:ext cx="1643925" cy="673075"/>
            </a:xfrm>
            <a:custGeom>
              <a:rect b="b" l="l" r="r" t="t"/>
              <a:pathLst>
                <a:path extrusionOk="0" h="26923" w="65757">
                  <a:moveTo>
                    <a:pt x="0" y="0"/>
                  </a:moveTo>
                  <a:lnTo>
                    <a:pt x="10782" y="13477"/>
                  </a:lnTo>
                  <a:lnTo>
                    <a:pt x="0" y="26923"/>
                  </a:lnTo>
                  <a:lnTo>
                    <a:pt x="54975" y="26923"/>
                  </a:lnTo>
                  <a:lnTo>
                    <a:pt x="65757" y="13477"/>
                  </a:lnTo>
                  <a:lnTo>
                    <a:pt x="54975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00">
                  <a:solidFill>
                    <a:schemeClr val="lt1"/>
                  </a:solidFill>
                </a:rPr>
                <a:t>Challenges</a:t>
              </a:r>
              <a:br>
                <a:rPr b="1" lang="en" sz="1000">
                  <a:solidFill>
                    <a:schemeClr val="lt1"/>
                  </a:solidFill>
                </a:rPr>
              </a:br>
              <a:r>
                <a:rPr b="1" lang="en" sz="1000">
                  <a:solidFill>
                    <a:schemeClr val="lt1"/>
                  </a:solidFill>
                </a:rPr>
                <a:t>and Improvements</a:t>
              </a:r>
              <a:endParaRPr b="1" sz="1000">
                <a:solidFill>
                  <a:schemeClr val="lt1"/>
                </a:solidFill>
              </a:endParaRPr>
            </a:p>
          </p:txBody>
        </p:sp>
        <p:sp>
          <p:nvSpPr>
            <p:cNvPr id="551" name="Google Shape;551;p46"/>
            <p:cNvSpPr/>
            <p:nvPr/>
          </p:nvSpPr>
          <p:spPr>
            <a:xfrm>
              <a:off x="4342321" y="2506075"/>
              <a:ext cx="1643150" cy="673075"/>
            </a:xfrm>
            <a:custGeom>
              <a:rect b="b" l="l" r="r" t="t"/>
              <a:pathLst>
                <a:path extrusionOk="0" h="26923" w="65726">
                  <a:moveTo>
                    <a:pt x="1" y="0"/>
                  </a:moveTo>
                  <a:lnTo>
                    <a:pt x="10751" y="13477"/>
                  </a:lnTo>
                  <a:lnTo>
                    <a:pt x="1" y="26923"/>
                  </a:lnTo>
                  <a:lnTo>
                    <a:pt x="54944" y="26923"/>
                  </a:lnTo>
                  <a:lnTo>
                    <a:pt x="65726" y="13477"/>
                  </a:lnTo>
                  <a:lnTo>
                    <a:pt x="54944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7150" rotWithShape="0" algn="bl" dir="5400000" dist="19050">
                <a:schemeClr val="dk1">
                  <a:alpha val="50000"/>
                </a:schemeClr>
              </a:outerShdw>
            </a:effectLst>
          </p:spPr>
          <p:txBody>
            <a:bodyPr anchorCtr="0" anchor="ctr" bIns="433450" lIns="433450" spcFirstLastPara="1" rIns="433450" wrap="square" tIns="43345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100">
                  <a:solidFill>
                    <a:schemeClr val="lt1"/>
                  </a:solidFill>
                </a:rPr>
                <a:t>Demo</a:t>
              </a:r>
              <a:endParaRPr sz="1100">
                <a:solidFill>
                  <a:schemeClr val="lt1"/>
                </a:solidFill>
              </a:endParaRPr>
            </a:p>
          </p:txBody>
        </p:sp>
      </p:grpSp>
      <p:pic>
        <p:nvPicPr>
          <p:cNvPr id="552" name="Google Shape;552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65125" y="3568950"/>
            <a:ext cx="1402127" cy="1171402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pic>
        <p:nvPicPr>
          <p:cNvPr id="553" name="Google Shape;553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 rot="10800000">
            <a:off x="4300113" y="3488987"/>
            <a:ext cx="1480274" cy="1083473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grpSp>
        <p:nvGrpSpPr>
          <p:cNvPr id="554" name="Google Shape;554;p46"/>
          <p:cNvGrpSpPr/>
          <p:nvPr/>
        </p:nvGrpSpPr>
        <p:grpSpPr>
          <a:xfrm>
            <a:off x="7462661" y="1297538"/>
            <a:ext cx="707962" cy="707962"/>
            <a:chOff x="6277000" y="1550475"/>
            <a:chExt cx="1156800" cy="1156800"/>
          </a:xfrm>
        </p:grpSpPr>
        <p:sp>
          <p:nvSpPr>
            <p:cNvPr id="555" name="Google Shape;555;p46"/>
            <p:cNvSpPr/>
            <p:nvPr/>
          </p:nvSpPr>
          <p:spPr>
            <a:xfrm>
              <a:off x="6277000" y="1550475"/>
              <a:ext cx="1156800" cy="11568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285750" rotWithShape="0" algn="bl" dir="660000" dist="66675">
                <a:schemeClr val="accent3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6"/>
            <p:cNvSpPr/>
            <p:nvPr/>
          </p:nvSpPr>
          <p:spPr>
            <a:xfrm>
              <a:off x="6277000" y="1550475"/>
              <a:ext cx="1156800" cy="1156800"/>
            </a:xfrm>
            <a:prstGeom prst="ellipse">
              <a:avLst/>
            </a:prstGeom>
            <a:gradFill>
              <a:gsLst>
                <a:gs pos="0">
                  <a:schemeClr val="accent3"/>
                </a:gs>
                <a:gs pos="100000">
                  <a:srgbClr val="FFFFFF">
                    <a:alpha val="0"/>
                  </a:srgbClr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  <a:effectLst>
              <a:outerShdw blurRad="285750" rotWithShape="0" algn="bl" dir="660000" dist="66675">
                <a:schemeClr val="accent3"/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57" name="Google Shape;557;p46"/>
          <p:cNvSpPr txBox="1"/>
          <p:nvPr/>
        </p:nvSpPr>
        <p:spPr>
          <a:xfrm>
            <a:off x="865125" y="2005500"/>
            <a:ext cx="49155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Better visuals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Better to-do functions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Fahrenheit to Celsius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Deployment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558" name="Google Shape;558;p4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9" name="Google Shape;559;p46"/>
          <p:cNvGrpSpPr/>
          <p:nvPr/>
        </p:nvGrpSpPr>
        <p:grpSpPr>
          <a:xfrm>
            <a:off x="4906647" y="2176434"/>
            <a:ext cx="267208" cy="395283"/>
            <a:chOff x="4843542" y="2052583"/>
            <a:chExt cx="267208" cy="395283"/>
          </a:xfrm>
        </p:grpSpPr>
        <p:sp>
          <p:nvSpPr>
            <p:cNvPr id="560" name="Google Shape;560;p46"/>
            <p:cNvSpPr/>
            <p:nvPr/>
          </p:nvSpPr>
          <p:spPr>
            <a:xfrm>
              <a:off x="4870677" y="2078935"/>
              <a:ext cx="76884" cy="342498"/>
            </a:xfrm>
            <a:custGeom>
              <a:rect b="b" l="l" r="r" t="t"/>
              <a:pathLst>
                <a:path extrusionOk="0" h="12724" w="2856">
                  <a:moveTo>
                    <a:pt x="1423" y="458"/>
                  </a:moveTo>
                  <a:cubicBezTo>
                    <a:pt x="1430" y="458"/>
                    <a:pt x="1437" y="458"/>
                    <a:pt x="1444" y="459"/>
                  </a:cubicBezTo>
                  <a:cubicBezTo>
                    <a:pt x="1581" y="465"/>
                    <a:pt x="1684" y="588"/>
                    <a:pt x="1684" y="726"/>
                  </a:cubicBezTo>
                  <a:lnTo>
                    <a:pt x="1684" y="1929"/>
                  </a:lnTo>
                  <a:lnTo>
                    <a:pt x="1171" y="1929"/>
                  </a:lnTo>
                  <a:lnTo>
                    <a:pt x="1171" y="720"/>
                  </a:lnTo>
                  <a:cubicBezTo>
                    <a:pt x="1171" y="577"/>
                    <a:pt x="1283" y="458"/>
                    <a:pt x="1423" y="458"/>
                  </a:cubicBezTo>
                  <a:close/>
                  <a:moveTo>
                    <a:pt x="1684" y="2358"/>
                  </a:moveTo>
                  <a:lnTo>
                    <a:pt x="1684" y="10091"/>
                  </a:lnTo>
                  <a:cubicBezTo>
                    <a:pt x="1684" y="10155"/>
                    <a:pt x="1711" y="10214"/>
                    <a:pt x="1756" y="10253"/>
                  </a:cubicBezTo>
                  <a:lnTo>
                    <a:pt x="2089" y="10553"/>
                  </a:lnTo>
                  <a:cubicBezTo>
                    <a:pt x="2296" y="10740"/>
                    <a:pt x="2420" y="11013"/>
                    <a:pt x="2420" y="11294"/>
                  </a:cubicBezTo>
                  <a:cubicBezTo>
                    <a:pt x="2420" y="11847"/>
                    <a:pt x="1978" y="12295"/>
                    <a:pt x="1425" y="12295"/>
                  </a:cubicBezTo>
                  <a:cubicBezTo>
                    <a:pt x="879" y="12295"/>
                    <a:pt x="436" y="11847"/>
                    <a:pt x="436" y="11294"/>
                  </a:cubicBezTo>
                  <a:cubicBezTo>
                    <a:pt x="436" y="11013"/>
                    <a:pt x="553" y="10740"/>
                    <a:pt x="768" y="10553"/>
                  </a:cubicBezTo>
                  <a:lnTo>
                    <a:pt x="1099" y="10253"/>
                  </a:lnTo>
                  <a:cubicBezTo>
                    <a:pt x="1144" y="10214"/>
                    <a:pt x="1171" y="10155"/>
                    <a:pt x="1171" y="10091"/>
                  </a:cubicBezTo>
                  <a:lnTo>
                    <a:pt x="1171" y="2358"/>
                  </a:lnTo>
                  <a:close/>
                  <a:moveTo>
                    <a:pt x="1433" y="1"/>
                  </a:moveTo>
                  <a:cubicBezTo>
                    <a:pt x="1415" y="1"/>
                    <a:pt x="1397" y="2"/>
                    <a:pt x="1379" y="3"/>
                  </a:cubicBezTo>
                  <a:cubicBezTo>
                    <a:pt x="1021" y="30"/>
                    <a:pt x="742" y="329"/>
                    <a:pt x="742" y="693"/>
                  </a:cubicBezTo>
                  <a:lnTo>
                    <a:pt x="742" y="9992"/>
                  </a:lnTo>
                  <a:lnTo>
                    <a:pt x="481" y="10227"/>
                  </a:lnTo>
                  <a:cubicBezTo>
                    <a:pt x="177" y="10500"/>
                    <a:pt x="0" y="10884"/>
                    <a:pt x="0" y="11294"/>
                  </a:cubicBezTo>
                  <a:cubicBezTo>
                    <a:pt x="0" y="12081"/>
                    <a:pt x="637" y="12724"/>
                    <a:pt x="1425" y="12724"/>
                  </a:cubicBezTo>
                  <a:cubicBezTo>
                    <a:pt x="2212" y="12724"/>
                    <a:pt x="2855" y="12081"/>
                    <a:pt x="2855" y="11294"/>
                  </a:cubicBezTo>
                  <a:cubicBezTo>
                    <a:pt x="2855" y="10884"/>
                    <a:pt x="2680" y="10500"/>
                    <a:pt x="2374" y="10227"/>
                  </a:cubicBezTo>
                  <a:lnTo>
                    <a:pt x="2114" y="9992"/>
                  </a:lnTo>
                  <a:lnTo>
                    <a:pt x="2114" y="8984"/>
                  </a:lnTo>
                  <a:lnTo>
                    <a:pt x="2206" y="8984"/>
                  </a:lnTo>
                  <a:cubicBezTo>
                    <a:pt x="2315" y="8984"/>
                    <a:pt x="2413" y="8906"/>
                    <a:pt x="2426" y="8797"/>
                  </a:cubicBezTo>
                  <a:cubicBezTo>
                    <a:pt x="2446" y="8666"/>
                    <a:pt x="2342" y="8555"/>
                    <a:pt x="2218" y="8555"/>
                  </a:cubicBezTo>
                  <a:lnTo>
                    <a:pt x="2114" y="8555"/>
                  </a:lnTo>
                  <a:lnTo>
                    <a:pt x="2114" y="7411"/>
                  </a:lnTo>
                  <a:lnTo>
                    <a:pt x="2212" y="7411"/>
                  </a:lnTo>
                  <a:cubicBezTo>
                    <a:pt x="2309" y="7411"/>
                    <a:pt x="2407" y="7339"/>
                    <a:pt x="2426" y="7242"/>
                  </a:cubicBezTo>
                  <a:cubicBezTo>
                    <a:pt x="2452" y="7105"/>
                    <a:pt x="2348" y="6982"/>
                    <a:pt x="2218" y="6982"/>
                  </a:cubicBezTo>
                  <a:lnTo>
                    <a:pt x="2114" y="6982"/>
                  </a:lnTo>
                  <a:lnTo>
                    <a:pt x="2114" y="5831"/>
                  </a:lnTo>
                  <a:lnTo>
                    <a:pt x="2206" y="5831"/>
                  </a:lnTo>
                  <a:cubicBezTo>
                    <a:pt x="2315" y="5831"/>
                    <a:pt x="2413" y="5753"/>
                    <a:pt x="2426" y="5642"/>
                  </a:cubicBezTo>
                  <a:cubicBezTo>
                    <a:pt x="2446" y="5511"/>
                    <a:pt x="2342" y="5402"/>
                    <a:pt x="2218" y="5402"/>
                  </a:cubicBezTo>
                  <a:lnTo>
                    <a:pt x="2114" y="5402"/>
                  </a:lnTo>
                  <a:lnTo>
                    <a:pt x="2114" y="4250"/>
                  </a:lnTo>
                  <a:lnTo>
                    <a:pt x="2212" y="4250"/>
                  </a:lnTo>
                  <a:cubicBezTo>
                    <a:pt x="2309" y="4250"/>
                    <a:pt x="2407" y="4185"/>
                    <a:pt x="2426" y="4088"/>
                  </a:cubicBezTo>
                  <a:cubicBezTo>
                    <a:pt x="2452" y="3944"/>
                    <a:pt x="2348" y="3821"/>
                    <a:pt x="2218" y="3821"/>
                  </a:cubicBezTo>
                  <a:lnTo>
                    <a:pt x="2114" y="3821"/>
                  </a:lnTo>
                  <a:lnTo>
                    <a:pt x="2114" y="2677"/>
                  </a:lnTo>
                  <a:lnTo>
                    <a:pt x="2206" y="2677"/>
                  </a:lnTo>
                  <a:cubicBezTo>
                    <a:pt x="2309" y="2677"/>
                    <a:pt x="2401" y="2605"/>
                    <a:pt x="2426" y="2507"/>
                  </a:cubicBezTo>
                  <a:cubicBezTo>
                    <a:pt x="2452" y="2371"/>
                    <a:pt x="2348" y="2248"/>
                    <a:pt x="2218" y="2248"/>
                  </a:cubicBezTo>
                  <a:lnTo>
                    <a:pt x="2114" y="2248"/>
                  </a:lnTo>
                  <a:lnTo>
                    <a:pt x="2114" y="705"/>
                  </a:lnTo>
                  <a:cubicBezTo>
                    <a:pt x="2114" y="321"/>
                    <a:pt x="1812" y="1"/>
                    <a:pt x="14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46"/>
            <p:cNvSpPr/>
            <p:nvPr/>
          </p:nvSpPr>
          <p:spPr>
            <a:xfrm>
              <a:off x="4864378" y="2052583"/>
              <a:ext cx="110318" cy="364840"/>
            </a:xfrm>
            <a:custGeom>
              <a:rect b="b" l="l" r="r" t="t"/>
              <a:pathLst>
                <a:path extrusionOk="0" h="13554" w="4098">
                  <a:moveTo>
                    <a:pt x="1675" y="0"/>
                  </a:moveTo>
                  <a:cubicBezTo>
                    <a:pt x="749" y="0"/>
                    <a:pt x="0" y="749"/>
                    <a:pt x="0" y="1678"/>
                  </a:cubicBezTo>
                  <a:lnTo>
                    <a:pt x="0" y="7037"/>
                  </a:lnTo>
                  <a:cubicBezTo>
                    <a:pt x="0" y="7147"/>
                    <a:pt x="78" y="7246"/>
                    <a:pt x="183" y="7258"/>
                  </a:cubicBezTo>
                  <a:cubicBezTo>
                    <a:pt x="191" y="7259"/>
                    <a:pt x="199" y="7259"/>
                    <a:pt x="206" y="7259"/>
                  </a:cubicBezTo>
                  <a:cubicBezTo>
                    <a:pt x="331" y="7259"/>
                    <a:pt x="429" y="7166"/>
                    <a:pt x="429" y="7044"/>
                  </a:cubicBezTo>
                  <a:lnTo>
                    <a:pt x="429" y="1705"/>
                  </a:lnTo>
                  <a:cubicBezTo>
                    <a:pt x="429" y="999"/>
                    <a:pt x="984" y="428"/>
                    <a:pt x="1681" y="428"/>
                  </a:cubicBezTo>
                  <a:cubicBezTo>
                    <a:pt x="1704" y="428"/>
                    <a:pt x="1727" y="428"/>
                    <a:pt x="1750" y="430"/>
                  </a:cubicBezTo>
                  <a:cubicBezTo>
                    <a:pt x="2401" y="469"/>
                    <a:pt x="2927" y="1015"/>
                    <a:pt x="2927" y="1678"/>
                  </a:cubicBezTo>
                  <a:lnTo>
                    <a:pt x="2927" y="10608"/>
                  </a:lnTo>
                  <a:cubicBezTo>
                    <a:pt x="2927" y="10673"/>
                    <a:pt x="2953" y="10731"/>
                    <a:pt x="2999" y="10770"/>
                  </a:cubicBezTo>
                  <a:cubicBezTo>
                    <a:pt x="3422" y="11148"/>
                    <a:pt x="3662" y="11694"/>
                    <a:pt x="3662" y="12259"/>
                  </a:cubicBezTo>
                  <a:cubicBezTo>
                    <a:pt x="3662" y="12604"/>
                    <a:pt x="3578" y="12937"/>
                    <a:pt x="3407" y="13235"/>
                  </a:cubicBezTo>
                  <a:cubicBezTo>
                    <a:pt x="3350" y="13339"/>
                    <a:pt x="3389" y="13469"/>
                    <a:pt x="3493" y="13528"/>
                  </a:cubicBezTo>
                  <a:cubicBezTo>
                    <a:pt x="3525" y="13547"/>
                    <a:pt x="3564" y="13553"/>
                    <a:pt x="3596" y="13553"/>
                  </a:cubicBezTo>
                  <a:cubicBezTo>
                    <a:pt x="3674" y="13553"/>
                    <a:pt x="3746" y="13514"/>
                    <a:pt x="3785" y="13444"/>
                  </a:cubicBezTo>
                  <a:cubicBezTo>
                    <a:pt x="3987" y="13085"/>
                    <a:pt x="4097" y="12676"/>
                    <a:pt x="4097" y="12259"/>
                  </a:cubicBezTo>
                  <a:cubicBezTo>
                    <a:pt x="4097" y="11602"/>
                    <a:pt x="3824" y="10971"/>
                    <a:pt x="3356" y="10517"/>
                  </a:cubicBezTo>
                  <a:lnTo>
                    <a:pt x="3356" y="1705"/>
                  </a:lnTo>
                  <a:cubicBezTo>
                    <a:pt x="3356" y="781"/>
                    <a:pt x="2621" y="13"/>
                    <a:pt x="1698" y="0"/>
                  </a:cubicBezTo>
                  <a:cubicBezTo>
                    <a:pt x="1691" y="0"/>
                    <a:pt x="1683" y="0"/>
                    <a:pt x="16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46"/>
            <p:cNvSpPr/>
            <p:nvPr/>
          </p:nvSpPr>
          <p:spPr>
            <a:xfrm>
              <a:off x="4843542" y="2261597"/>
              <a:ext cx="107169" cy="186269"/>
            </a:xfrm>
            <a:custGeom>
              <a:rect b="b" l="l" r="r" t="t"/>
              <a:pathLst>
                <a:path extrusionOk="0" h="6920" w="3981">
                  <a:moveTo>
                    <a:pt x="958" y="1"/>
                  </a:moveTo>
                  <a:cubicBezTo>
                    <a:pt x="837" y="1"/>
                    <a:pt x="741" y="101"/>
                    <a:pt x="741" y="216"/>
                  </a:cubicBezTo>
                  <a:lnTo>
                    <a:pt x="741" y="2752"/>
                  </a:lnTo>
                  <a:cubicBezTo>
                    <a:pt x="273" y="3206"/>
                    <a:pt x="0" y="3837"/>
                    <a:pt x="0" y="4494"/>
                  </a:cubicBezTo>
                  <a:cubicBezTo>
                    <a:pt x="0" y="5835"/>
                    <a:pt x="1093" y="6920"/>
                    <a:pt x="2426" y="6920"/>
                  </a:cubicBezTo>
                  <a:cubicBezTo>
                    <a:pt x="2947" y="6920"/>
                    <a:pt x="3448" y="6757"/>
                    <a:pt x="3863" y="6451"/>
                  </a:cubicBezTo>
                  <a:cubicBezTo>
                    <a:pt x="3968" y="6373"/>
                    <a:pt x="3980" y="6225"/>
                    <a:pt x="3890" y="6127"/>
                  </a:cubicBezTo>
                  <a:cubicBezTo>
                    <a:pt x="3847" y="6084"/>
                    <a:pt x="3791" y="6063"/>
                    <a:pt x="3735" y="6063"/>
                  </a:cubicBezTo>
                  <a:cubicBezTo>
                    <a:pt x="3687" y="6063"/>
                    <a:pt x="3638" y="6078"/>
                    <a:pt x="3596" y="6108"/>
                  </a:cubicBezTo>
                  <a:cubicBezTo>
                    <a:pt x="3259" y="6361"/>
                    <a:pt x="2855" y="6490"/>
                    <a:pt x="2426" y="6490"/>
                  </a:cubicBezTo>
                  <a:cubicBezTo>
                    <a:pt x="1327" y="6490"/>
                    <a:pt x="429" y="5593"/>
                    <a:pt x="429" y="4494"/>
                  </a:cubicBezTo>
                  <a:cubicBezTo>
                    <a:pt x="429" y="3929"/>
                    <a:pt x="677" y="3383"/>
                    <a:pt x="1099" y="3005"/>
                  </a:cubicBezTo>
                  <a:cubicBezTo>
                    <a:pt x="1146" y="2966"/>
                    <a:pt x="1171" y="2908"/>
                    <a:pt x="1171" y="2843"/>
                  </a:cubicBezTo>
                  <a:lnTo>
                    <a:pt x="1171" y="222"/>
                  </a:lnTo>
                  <a:cubicBezTo>
                    <a:pt x="1171" y="124"/>
                    <a:pt x="1107" y="27"/>
                    <a:pt x="1008" y="7"/>
                  </a:cubicBezTo>
                  <a:cubicBezTo>
                    <a:pt x="991" y="3"/>
                    <a:pt x="974" y="1"/>
                    <a:pt x="95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46"/>
            <p:cNvSpPr/>
            <p:nvPr/>
          </p:nvSpPr>
          <p:spPr>
            <a:xfrm>
              <a:off x="4981695" y="2136270"/>
              <a:ext cx="42372" cy="42368"/>
            </a:xfrm>
            <a:custGeom>
              <a:rect b="b" l="l" r="r" t="t"/>
              <a:pathLst>
                <a:path extrusionOk="0" h="1574" w="1574">
                  <a:moveTo>
                    <a:pt x="787" y="430"/>
                  </a:moveTo>
                  <a:cubicBezTo>
                    <a:pt x="988" y="430"/>
                    <a:pt x="1144" y="592"/>
                    <a:pt x="1144" y="787"/>
                  </a:cubicBezTo>
                  <a:cubicBezTo>
                    <a:pt x="1144" y="989"/>
                    <a:pt x="988" y="1145"/>
                    <a:pt x="787" y="1145"/>
                  </a:cubicBezTo>
                  <a:cubicBezTo>
                    <a:pt x="592" y="1145"/>
                    <a:pt x="429" y="989"/>
                    <a:pt x="429" y="787"/>
                  </a:cubicBezTo>
                  <a:cubicBezTo>
                    <a:pt x="429" y="592"/>
                    <a:pt x="592" y="430"/>
                    <a:pt x="787" y="430"/>
                  </a:cubicBezTo>
                  <a:close/>
                  <a:moveTo>
                    <a:pt x="787" y="1"/>
                  </a:moveTo>
                  <a:cubicBezTo>
                    <a:pt x="357" y="1"/>
                    <a:pt x="0" y="352"/>
                    <a:pt x="0" y="787"/>
                  </a:cubicBezTo>
                  <a:cubicBezTo>
                    <a:pt x="0" y="1223"/>
                    <a:pt x="357" y="1574"/>
                    <a:pt x="787" y="1574"/>
                  </a:cubicBezTo>
                  <a:cubicBezTo>
                    <a:pt x="1222" y="1574"/>
                    <a:pt x="1573" y="1223"/>
                    <a:pt x="1573" y="787"/>
                  </a:cubicBezTo>
                  <a:cubicBezTo>
                    <a:pt x="1573" y="352"/>
                    <a:pt x="1222" y="1"/>
                    <a:pt x="7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46"/>
            <p:cNvSpPr/>
            <p:nvPr/>
          </p:nvSpPr>
          <p:spPr>
            <a:xfrm>
              <a:off x="4998655" y="2299955"/>
              <a:ext cx="25063" cy="11575"/>
            </a:xfrm>
            <a:custGeom>
              <a:rect b="b" l="l" r="r" t="t"/>
              <a:pathLst>
                <a:path extrusionOk="0" h="430" w="931">
                  <a:moveTo>
                    <a:pt x="241" y="1"/>
                  </a:moveTo>
                  <a:cubicBezTo>
                    <a:pt x="130" y="1"/>
                    <a:pt x="33" y="79"/>
                    <a:pt x="19" y="188"/>
                  </a:cubicBezTo>
                  <a:cubicBezTo>
                    <a:pt x="1" y="319"/>
                    <a:pt x="105" y="430"/>
                    <a:pt x="235" y="430"/>
                  </a:cubicBezTo>
                  <a:lnTo>
                    <a:pt x="691" y="430"/>
                  </a:lnTo>
                  <a:cubicBezTo>
                    <a:pt x="800" y="430"/>
                    <a:pt x="898" y="352"/>
                    <a:pt x="911" y="247"/>
                  </a:cubicBezTo>
                  <a:cubicBezTo>
                    <a:pt x="931" y="110"/>
                    <a:pt x="826" y="1"/>
                    <a:pt x="70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46"/>
            <p:cNvSpPr/>
            <p:nvPr/>
          </p:nvSpPr>
          <p:spPr>
            <a:xfrm>
              <a:off x="4998655" y="2320762"/>
              <a:ext cx="72846" cy="11790"/>
            </a:xfrm>
            <a:custGeom>
              <a:rect b="b" l="l" r="r" t="t"/>
              <a:pathLst>
                <a:path extrusionOk="0" h="438" w="2706">
                  <a:moveTo>
                    <a:pt x="241" y="0"/>
                  </a:moveTo>
                  <a:cubicBezTo>
                    <a:pt x="130" y="0"/>
                    <a:pt x="33" y="86"/>
                    <a:pt x="19" y="189"/>
                  </a:cubicBezTo>
                  <a:cubicBezTo>
                    <a:pt x="1" y="320"/>
                    <a:pt x="105" y="437"/>
                    <a:pt x="235" y="437"/>
                  </a:cubicBezTo>
                  <a:lnTo>
                    <a:pt x="2471" y="437"/>
                  </a:lnTo>
                  <a:cubicBezTo>
                    <a:pt x="2582" y="437"/>
                    <a:pt x="2681" y="351"/>
                    <a:pt x="2693" y="248"/>
                  </a:cubicBezTo>
                  <a:cubicBezTo>
                    <a:pt x="2706" y="117"/>
                    <a:pt x="2609" y="0"/>
                    <a:pt x="247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46"/>
            <p:cNvSpPr/>
            <p:nvPr/>
          </p:nvSpPr>
          <p:spPr>
            <a:xfrm>
              <a:off x="4998655" y="2337047"/>
              <a:ext cx="72846" cy="11575"/>
            </a:xfrm>
            <a:custGeom>
              <a:rect b="b" l="l" r="r" t="t"/>
              <a:pathLst>
                <a:path extrusionOk="0" h="430" w="2706">
                  <a:moveTo>
                    <a:pt x="241" y="1"/>
                  </a:moveTo>
                  <a:cubicBezTo>
                    <a:pt x="130" y="1"/>
                    <a:pt x="33" y="79"/>
                    <a:pt x="19" y="190"/>
                  </a:cubicBezTo>
                  <a:cubicBezTo>
                    <a:pt x="1" y="319"/>
                    <a:pt x="105" y="430"/>
                    <a:pt x="235" y="430"/>
                  </a:cubicBezTo>
                  <a:lnTo>
                    <a:pt x="2471" y="430"/>
                  </a:lnTo>
                  <a:cubicBezTo>
                    <a:pt x="2582" y="430"/>
                    <a:pt x="2681" y="352"/>
                    <a:pt x="2693" y="241"/>
                  </a:cubicBezTo>
                  <a:cubicBezTo>
                    <a:pt x="2706" y="112"/>
                    <a:pt x="2609" y="1"/>
                    <a:pt x="247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46"/>
            <p:cNvSpPr/>
            <p:nvPr/>
          </p:nvSpPr>
          <p:spPr>
            <a:xfrm>
              <a:off x="5038039" y="2364880"/>
              <a:ext cx="34888" cy="56392"/>
            </a:xfrm>
            <a:custGeom>
              <a:rect b="b" l="l" r="r" t="t"/>
              <a:pathLst>
                <a:path extrusionOk="0" h="2095" w="1296">
                  <a:moveTo>
                    <a:pt x="768" y="404"/>
                  </a:moveTo>
                  <a:cubicBezTo>
                    <a:pt x="820" y="404"/>
                    <a:pt x="859" y="443"/>
                    <a:pt x="859" y="495"/>
                  </a:cubicBezTo>
                  <a:lnTo>
                    <a:pt x="859" y="624"/>
                  </a:lnTo>
                  <a:cubicBezTo>
                    <a:pt x="859" y="677"/>
                    <a:pt x="820" y="716"/>
                    <a:pt x="768" y="716"/>
                  </a:cubicBezTo>
                  <a:lnTo>
                    <a:pt x="521" y="716"/>
                  </a:lnTo>
                  <a:cubicBezTo>
                    <a:pt x="476" y="716"/>
                    <a:pt x="429" y="677"/>
                    <a:pt x="429" y="624"/>
                  </a:cubicBezTo>
                  <a:lnTo>
                    <a:pt x="429" y="495"/>
                  </a:lnTo>
                  <a:cubicBezTo>
                    <a:pt x="429" y="443"/>
                    <a:pt x="476" y="404"/>
                    <a:pt x="521" y="404"/>
                  </a:cubicBezTo>
                  <a:close/>
                  <a:moveTo>
                    <a:pt x="768" y="1178"/>
                  </a:moveTo>
                  <a:cubicBezTo>
                    <a:pt x="820" y="1178"/>
                    <a:pt x="859" y="1217"/>
                    <a:pt x="859" y="1269"/>
                  </a:cubicBezTo>
                  <a:lnTo>
                    <a:pt x="859" y="1575"/>
                  </a:lnTo>
                  <a:cubicBezTo>
                    <a:pt x="859" y="1620"/>
                    <a:pt x="820" y="1665"/>
                    <a:pt x="768" y="1665"/>
                  </a:cubicBezTo>
                  <a:lnTo>
                    <a:pt x="521" y="1665"/>
                  </a:lnTo>
                  <a:cubicBezTo>
                    <a:pt x="476" y="1665"/>
                    <a:pt x="429" y="1620"/>
                    <a:pt x="429" y="1575"/>
                  </a:cubicBezTo>
                  <a:lnTo>
                    <a:pt x="429" y="1269"/>
                  </a:lnTo>
                  <a:cubicBezTo>
                    <a:pt x="429" y="1217"/>
                    <a:pt x="476" y="1178"/>
                    <a:pt x="521" y="1178"/>
                  </a:cubicBezTo>
                  <a:close/>
                  <a:moveTo>
                    <a:pt x="521" y="0"/>
                  </a:moveTo>
                  <a:cubicBezTo>
                    <a:pt x="234" y="0"/>
                    <a:pt x="0" y="234"/>
                    <a:pt x="0" y="521"/>
                  </a:cubicBezTo>
                  <a:lnTo>
                    <a:pt x="0" y="651"/>
                  </a:lnTo>
                  <a:cubicBezTo>
                    <a:pt x="0" y="768"/>
                    <a:pt x="39" y="873"/>
                    <a:pt x="105" y="957"/>
                  </a:cubicBezTo>
                  <a:cubicBezTo>
                    <a:pt x="39" y="1041"/>
                    <a:pt x="0" y="1146"/>
                    <a:pt x="0" y="1263"/>
                  </a:cubicBezTo>
                  <a:lnTo>
                    <a:pt x="0" y="1575"/>
                  </a:lnTo>
                  <a:cubicBezTo>
                    <a:pt x="0" y="1861"/>
                    <a:pt x="234" y="2095"/>
                    <a:pt x="521" y="2095"/>
                  </a:cubicBezTo>
                  <a:lnTo>
                    <a:pt x="768" y="2095"/>
                  </a:lnTo>
                  <a:cubicBezTo>
                    <a:pt x="1061" y="2095"/>
                    <a:pt x="1296" y="1861"/>
                    <a:pt x="1296" y="1575"/>
                  </a:cubicBezTo>
                  <a:lnTo>
                    <a:pt x="1296" y="1263"/>
                  </a:lnTo>
                  <a:cubicBezTo>
                    <a:pt x="1296" y="1146"/>
                    <a:pt x="1257" y="1041"/>
                    <a:pt x="1191" y="957"/>
                  </a:cubicBezTo>
                  <a:cubicBezTo>
                    <a:pt x="1257" y="873"/>
                    <a:pt x="1296" y="768"/>
                    <a:pt x="1296" y="651"/>
                  </a:cubicBezTo>
                  <a:lnTo>
                    <a:pt x="1296" y="521"/>
                  </a:lnTo>
                  <a:cubicBezTo>
                    <a:pt x="1296" y="234"/>
                    <a:pt x="1061" y="0"/>
                    <a:pt x="768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6"/>
            <p:cNvSpPr/>
            <p:nvPr/>
          </p:nvSpPr>
          <p:spPr>
            <a:xfrm>
              <a:off x="5075835" y="2364880"/>
              <a:ext cx="34915" cy="56392"/>
            </a:xfrm>
            <a:custGeom>
              <a:rect b="b" l="l" r="r" t="t"/>
              <a:pathLst>
                <a:path extrusionOk="0" h="2095" w="1297">
                  <a:moveTo>
                    <a:pt x="775" y="429"/>
                  </a:moveTo>
                  <a:cubicBezTo>
                    <a:pt x="820" y="429"/>
                    <a:pt x="867" y="468"/>
                    <a:pt x="867" y="521"/>
                  </a:cubicBezTo>
                  <a:lnTo>
                    <a:pt x="867" y="1575"/>
                  </a:lnTo>
                  <a:cubicBezTo>
                    <a:pt x="867" y="1620"/>
                    <a:pt x="820" y="1665"/>
                    <a:pt x="775" y="1665"/>
                  </a:cubicBezTo>
                  <a:lnTo>
                    <a:pt x="522" y="1665"/>
                  </a:lnTo>
                  <a:cubicBezTo>
                    <a:pt x="477" y="1665"/>
                    <a:pt x="430" y="1620"/>
                    <a:pt x="430" y="1575"/>
                  </a:cubicBezTo>
                  <a:lnTo>
                    <a:pt x="430" y="521"/>
                  </a:lnTo>
                  <a:cubicBezTo>
                    <a:pt x="430" y="468"/>
                    <a:pt x="477" y="429"/>
                    <a:pt x="522" y="429"/>
                  </a:cubicBezTo>
                  <a:close/>
                  <a:moveTo>
                    <a:pt x="522" y="0"/>
                  </a:moveTo>
                  <a:cubicBezTo>
                    <a:pt x="235" y="0"/>
                    <a:pt x="1" y="234"/>
                    <a:pt x="1" y="521"/>
                  </a:cubicBezTo>
                  <a:lnTo>
                    <a:pt x="1" y="1575"/>
                  </a:lnTo>
                  <a:cubicBezTo>
                    <a:pt x="1" y="1861"/>
                    <a:pt x="235" y="2095"/>
                    <a:pt x="522" y="2095"/>
                  </a:cubicBezTo>
                  <a:lnTo>
                    <a:pt x="775" y="2095"/>
                  </a:lnTo>
                  <a:cubicBezTo>
                    <a:pt x="1062" y="2095"/>
                    <a:pt x="1296" y="1861"/>
                    <a:pt x="1296" y="1575"/>
                  </a:cubicBezTo>
                  <a:lnTo>
                    <a:pt x="1296" y="521"/>
                  </a:lnTo>
                  <a:cubicBezTo>
                    <a:pt x="1296" y="234"/>
                    <a:pt x="1062" y="0"/>
                    <a:pt x="775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6"/>
            <p:cNvSpPr/>
            <p:nvPr/>
          </p:nvSpPr>
          <p:spPr>
            <a:xfrm>
              <a:off x="4998117" y="2364019"/>
              <a:ext cx="13891" cy="11763"/>
            </a:xfrm>
            <a:custGeom>
              <a:rect b="b" l="l" r="r" t="t"/>
              <a:pathLst>
                <a:path extrusionOk="0" h="437" w="516">
                  <a:moveTo>
                    <a:pt x="248" y="1"/>
                  </a:moveTo>
                  <a:cubicBezTo>
                    <a:pt x="156" y="1"/>
                    <a:pt x="72" y="59"/>
                    <a:pt x="47" y="149"/>
                  </a:cubicBezTo>
                  <a:cubicBezTo>
                    <a:pt x="0" y="293"/>
                    <a:pt x="105" y="436"/>
                    <a:pt x="248" y="436"/>
                  </a:cubicBezTo>
                  <a:lnTo>
                    <a:pt x="255" y="436"/>
                  </a:lnTo>
                  <a:cubicBezTo>
                    <a:pt x="398" y="436"/>
                    <a:pt x="515" y="286"/>
                    <a:pt x="450" y="130"/>
                  </a:cubicBezTo>
                  <a:cubicBezTo>
                    <a:pt x="417" y="52"/>
                    <a:pt x="339" y="1"/>
                    <a:pt x="25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46"/>
            <p:cNvSpPr/>
            <p:nvPr/>
          </p:nvSpPr>
          <p:spPr>
            <a:xfrm>
              <a:off x="5018791" y="2174977"/>
              <a:ext cx="90370" cy="117118"/>
            </a:xfrm>
            <a:custGeom>
              <a:rect b="b" l="l" r="r" t="t"/>
              <a:pathLst>
                <a:path extrusionOk="0" h="4351" w="3357">
                  <a:moveTo>
                    <a:pt x="195" y="0"/>
                  </a:moveTo>
                  <a:cubicBezTo>
                    <a:pt x="85" y="0"/>
                    <a:pt x="0" y="84"/>
                    <a:pt x="0" y="195"/>
                  </a:cubicBezTo>
                  <a:lnTo>
                    <a:pt x="0" y="1801"/>
                  </a:lnTo>
                  <a:cubicBezTo>
                    <a:pt x="0" y="1912"/>
                    <a:pt x="78" y="2009"/>
                    <a:pt x="189" y="2021"/>
                  </a:cubicBezTo>
                  <a:cubicBezTo>
                    <a:pt x="200" y="2023"/>
                    <a:pt x="211" y="2024"/>
                    <a:pt x="221" y="2024"/>
                  </a:cubicBezTo>
                  <a:cubicBezTo>
                    <a:pt x="337" y="2024"/>
                    <a:pt x="429" y="1926"/>
                    <a:pt x="429" y="1807"/>
                  </a:cubicBezTo>
                  <a:lnTo>
                    <a:pt x="429" y="624"/>
                  </a:lnTo>
                  <a:cubicBezTo>
                    <a:pt x="429" y="514"/>
                    <a:pt x="520" y="429"/>
                    <a:pt x="625" y="429"/>
                  </a:cubicBezTo>
                  <a:lnTo>
                    <a:pt x="2401" y="429"/>
                  </a:lnTo>
                  <a:cubicBezTo>
                    <a:pt x="2510" y="429"/>
                    <a:pt x="2608" y="507"/>
                    <a:pt x="2621" y="617"/>
                  </a:cubicBezTo>
                  <a:cubicBezTo>
                    <a:pt x="2635" y="748"/>
                    <a:pt x="2537" y="859"/>
                    <a:pt x="2407" y="859"/>
                  </a:cubicBezTo>
                  <a:lnTo>
                    <a:pt x="1074" y="859"/>
                  </a:lnTo>
                  <a:cubicBezTo>
                    <a:pt x="957" y="859"/>
                    <a:pt x="859" y="955"/>
                    <a:pt x="859" y="1072"/>
                  </a:cubicBezTo>
                  <a:lnTo>
                    <a:pt x="859" y="1736"/>
                  </a:lnTo>
                  <a:cubicBezTo>
                    <a:pt x="859" y="1853"/>
                    <a:pt x="957" y="1951"/>
                    <a:pt x="1074" y="1951"/>
                  </a:cubicBezTo>
                  <a:lnTo>
                    <a:pt x="1879" y="1951"/>
                  </a:lnTo>
                  <a:cubicBezTo>
                    <a:pt x="1990" y="1951"/>
                    <a:pt x="2089" y="2029"/>
                    <a:pt x="2101" y="2138"/>
                  </a:cubicBezTo>
                  <a:cubicBezTo>
                    <a:pt x="2120" y="2269"/>
                    <a:pt x="2017" y="2380"/>
                    <a:pt x="1886" y="2380"/>
                  </a:cubicBezTo>
                  <a:lnTo>
                    <a:pt x="1074" y="2380"/>
                  </a:lnTo>
                  <a:cubicBezTo>
                    <a:pt x="957" y="2380"/>
                    <a:pt x="859" y="2477"/>
                    <a:pt x="859" y="2594"/>
                  </a:cubicBezTo>
                  <a:lnTo>
                    <a:pt x="859" y="3680"/>
                  </a:lnTo>
                  <a:cubicBezTo>
                    <a:pt x="859" y="3791"/>
                    <a:pt x="781" y="3888"/>
                    <a:pt x="670" y="3902"/>
                  </a:cubicBezTo>
                  <a:cubicBezTo>
                    <a:pt x="660" y="3904"/>
                    <a:pt x="650" y="3904"/>
                    <a:pt x="640" y="3904"/>
                  </a:cubicBezTo>
                  <a:cubicBezTo>
                    <a:pt x="524" y="3904"/>
                    <a:pt x="429" y="3807"/>
                    <a:pt x="429" y="3693"/>
                  </a:cubicBezTo>
                  <a:lnTo>
                    <a:pt x="429" y="2756"/>
                  </a:lnTo>
                  <a:cubicBezTo>
                    <a:pt x="429" y="2646"/>
                    <a:pt x="351" y="2549"/>
                    <a:pt x="241" y="2536"/>
                  </a:cubicBezTo>
                  <a:cubicBezTo>
                    <a:pt x="230" y="2535"/>
                    <a:pt x="219" y="2534"/>
                    <a:pt x="208" y="2534"/>
                  </a:cubicBezTo>
                  <a:cubicBezTo>
                    <a:pt x="93" y="2534"/>
                    <a:pt x="0" y="2631"/>
                    <a:pt x="0" y="2744"/>
                  </a:cubicBezTo>
                  <a:lnTo>
                    <a:pt x="0" y="3687"/>
                  </a:lnTo>
                  <a:cubicBezTo>
                    <a:pt x="0" y="4038"/>
                    <a:pt x="273" y="4338"/>
                    <a:pt x="618" y="4350"/>
                  </a:cubicBezTo>
                  <a:cubicBezTo>
                    <a:pt x="626" y="4350"/>
                    <a:pt x="634" y="4350"/>
                    <a:pt x="641" y="4350"/>
                  </a:cubicBezTo>
                  <a:cubicBezTo>
                    <a:pt x="1001" y="4350"/>
                    <a:pt x="1288" y="4063"/>
                    <a:pt x="1288" y="3707"/>
                  </a:cubicBezTo>
                  <a:lnTo>
                    <a:pt x="1288" y="2810"/>
                  </a:lnTo>
                  <a:lnTo>
                    <a:pt x="1879" y="2810"/>
                  </a:lnTo>
                  <a:cubicBezTo>
                    <a:pt x="2231" y="2810"/>
                    <a:pt x="2530" y="2536"/>
                    <a:pt x="2543" y="2185"/>
                  </a:cubicBezTo>
                  <a:cubicBezTo>
                    <a:pt x="2557" y="1820"/>
                    <a:pt x="2263" y="1514"/>
                    <a:pt x="1900" y="1514"/>
                  </a:cubicBezTo>
                  <a:lnTo>
                    <a:pt x="1288" y="1514"/>
                  </a:lnTo>
                  <a:lnTo>
                    <a:pt x="1288" y="1288"/>
                  </a:lnTo>
                  <a:lnTo>
                    <a:pt x="2647" y="1288"/>
                  </a:lnTo>
                  <a:cubicBezTo>
                    <a:pt x="2699" y="1288"/>
                    <a:pt x="2752" y="1267"/>
                    <a:pt x="2791" y="1228"/>
                  </a:cubicBezTo>
                  <a:cubicBezTo>
                    <a:pt x="3356" y="676"/>
                    <a:pt x="2966" y="0"/>
                    <a:pt x="24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46"/>
            <p:cNvSpPr/>
            <p:nvPr/>
          </p:nvSpPr>
          <p:spPr>
            <a:xfrm>
              <a:off x="5014403" y="2366172"/>
              <a:ext cx="19113" cy="53377"/>
            </a:xfrm>
            <a:custGeom>
              <a:rect b="b" l="l" r="r" t="t"/>
              <a:pathLst>
                <a:path extrusionOk="0" h="1983" w="710">
                  <a:moveTo>
                    <a:pt x="491" y="0"/>
                  </a:moveTo>
                  <a:cubicBezTo>
                    <a:pt x="435" y="0"/>
                    <a:pt x="381" y="21"/>
                    <a:pt x="340" y="63"/>
                  </a:cubicBezTo>
                  <a:lnTo>
                    <a:pt x="85" y="317"/>
                  </a:lnTo>
                  <a:cubicBezTo>
                    <a:pt x="1" y="402"/>
                    <a:pt x="1" y="537"/>
                    <a:pt x="85" y="623"/>
                  </a:cubicBezTo>
                  <a:cubicBezTo>
                    <a:pt x="126" y="664"/>
                    <a:pt x="181" y="685"/>
                    <a:pt x="234" y="685"/>
                  </a:cubicBezTo>
                  <a:cubicBezTo>
                    <a:pt x="248" y="685"/>
                    <a:pt x="261" y="683"/>
                    <a:pt x="274" y="681"/>
                  </a:cubicBezTo>
                  <a:lnTo>
                    <a:pt x="274" y="1761"/>
                  </a:lnTo>
                  <a:cubicBezTo>
                    <a:pt x="274" y="1864"/>
                    <a:pt x="358" y="1969"/>
                    <a:pt x="463" y="1981"/>
                  </a:cubicBezTo>
                  <a:cubicBezTo>
                    <a:pt x="471" y="1982"/>
                    <a:pt x="479" y="1982"/>
                    <a:pt x="487" y="1982"/>
                  </a:cubicBezTo>
                  <a:cubicBezTo>
                    <a:pt x="612" y="1982"/>
                    <a:pt x="710" y="1883"/>
                    <a:pt x="710" y="1767"/>
                  </a:cubicBezTo>
                  <a:lnTo>
                    <a:pt x="710" y="225"/>
                  </a:lnTo>
                  <a:cubicBezTo>
                    <a:pt x="710" y="161"/>
                    <a:pt x="683" y="96"/>
                    <a:pt x="632" y="50"/>
                  </a:cubicBezTo>
                  <a:cubicBezTo>
                    <a:pt x="589" y="17"/>
                    <a:pt x="539" y="0"/>
                    <a:pt x="49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72" name="Google Shape;572;p46"/>
          <p:cNvGrpSpPr/>
          <p:nvPr/>
        </p:nvGrpSpPr>
        <p:grpSpPr>
          <a:xfrm>
            <a:off x="5414245" y="2176405"/>
            <a:ext cx="274584" cy="395337"/>
            <a:chOff x="8091494" y="1469792"/>
            <a:chExt cx="274584" cy="395337"/>
          </a:xfrm>
        </p:grpSpPr>
        <p:sp>
          <p:nvSpPr>
            <p:cNvPr id="573" name="Google Shape;573;p46"/>
            <p:cNvSpPr/>
            <p:nvPr/>
          </p:nvSpPr>
          <p:spPr>
            <a:xfrm>
              <a:off x="8117768" y="1496171"/>
              <a:ext cx="76857" cy="342498"/>
            </a:xfrm>
            <a:custGeom>
              <a:rect b="b" l="l" r="r" t="t"/>
              <a:pathLst>
                <a:path extrusionOk="0" h="12724" w="2855">
                  <a:moveTo>
                    <a:pt x="1692" y="8353"/>
                  </a:moveTo>
                  <a:lnTo>
                    <a:pt x="1692" y="10070"/>
                  </a:lnTo>
                  <a:cubicBezTo>
                    <a:pt x="1692" y="10136"/>
                    <a:pt x="1717" y="10195"/>
                    <a:pt x="1762" y="10234"/>
                  </a:cubicBezTo>
                  <a:lnTo>
                    <a:pt x="2089" y="10526"/>
                  </a:lnTo>
                  <a:cubicBezTo>
                    <a:pt x="2302" y="10721"/>
                    <a:pt x="2426" y="10994"/>
                    <a:pt x="2426" y="11274"/>
                  </a:cubicBezTo>
                  <a:cubicBezTo>
                    <a:pt x="2426" y="11826"/>
                    <a:pt x="1978" y="12276"/>
                    <a:pt x="1431" y="12276"/>
                  </a:cubicBezTo>
                  <a:cubicBezTo>
                    <a:pt x="885" y="12276"/>
                    <a:pt x="436" y="11826"/>
                    <a:pt x="436" y="11274"/>
                  </a:cubicBezTo>
                  <a:cubicBezTo>
                    <a:pt x="436" y="10994"/>
                    <a:pt x="560" y="10721"/>
                    <a:pt x="768" y="10526"/>
                  </a:cubicBezTo>
                  <a:lnTo>
                    <a:pt x="1099" y="10234"/>
                  </a:lnTo>
                  <a:cubicBezTo>
                    <a:pt x="1146" y="10195"/>
                    <a:pt x="1171" y="10136"/>
                    <a:pt x="1171" y="10070"/>
                  </a:cubicBezTo>
                  <a:lnTo>
                    <a:pt x="1171" y="8353"/>
                  </a:lnTo>
                  <a:close/>
                  <a:moveTo>
                    <a:pt x="1433" y="1"/>
                  </a:moveTo>
                  <a:cubicBezTo>
                    <a:pt x="1416" y="1"/>
                    <a:pt x="1398" y="1"/>
                    <a:pt x="1380" y="3"/>
                  </a:cubicBezTo>
                  <a:cubicBezTo>
                    <a:pt x="1021" y="29"/>
                    <a:pt x="742" y="329"/>
                    <a:pt x="742" y="693"/>
                  </a:cubicBezTo>
                  <a:lnTo>
                    <a:pt x="742" y="5915"/>
                  </a:lnTo>
                  <a:cubicBezTo>
                    <a:pt x="742" y="6026"/>
                    <a:pt x="820" y="6123"/>
                    <a:pt x="930" y="6137"/>
                  </a:cubicBezTo>
                  <a:cubicBezTo>
                    <a:pt x="938" y="6138"/>
                    <a:pt x="945" y="6138"/>
                    <a:pt x="953" y="6138"/>
                  </a:cubicBezTo>
                  <a:cubicBezTo>
                    <a:pt x="1072" y="6138"/>
                    <a:pt x="1171" y="6044"/>
                    <a:pt x="1171" y="5921"/>
                  </a:cubicBezTo>
                  <a:lnTo>
                    <a:pt x="1171" y="705"/>
                  </a:lnTo>
                  <a:cubicBezTo>
                    <a:pt x="1171" y="569"/>
                    <a:pt x="1275" y="446"/>
                    <a:pt x="1411" y="440"/>
                  </a:cubicBezTo>
                  <a:cubicBezTo>
                    <a:pt x="1419" y="439"/>
                    <a:pt x="1427" y="439"/>
                    <a:pt x="1434" y="439"/>
                  </a:cubicBezTo>
                  <a:cubicBezTo>
                    <a:pt x="1574" y="439"/>
                    <a:pt x="1692" y="557"/>
                    <a:pt x="1692" y="699"/>
                  </a:cubicBezTo>
                  <a:lnTo>
                    <a:pt x="1692" y="7924"/>
                  </a:lnTo>
                  <a:lnTo>
                    <a:pt x="1171" y="7924"/>
                  </a:lnTo>
                  <a:lnTo>
                    <a:pt x="1171" y="6864"/>
                  </a:lnTo>
                  <a:cubicBezTo>
                    <a:pt x="1171" y="6753"/>
                    <a:pt x="1093" y="6657"/>
                    <a:pt x="982" y="6636"/>
                  </a:cubicBezTo>
                  <a:cubicBezTo>
                    <a:pt x="975" y="6636"/>
                    <a:pt x="968" y="6635"/>
                    <a:pt x="961" y="6635"/>
                  </a:cubicBezTo>
                  <a:cubicBezTo>
                    <a:pt x="841" y="6635"/>
                    <a:pt x="742" y="6735"/>
                    <a:pt x="742" y="6852"/>
                  </a:cubicBezTo>
                  <a:lnTo>
                    <a:pt x="742" y="9992"/>
                  </a:lnTo>
                  <a:lnTo>
                    <a:pt x="482" y="10226"/>
                  </a:lnTo>
                  <a:cubicBezTo>
                    <a:pt x="177" y="10493"/>
                    <a:pt x="0" y="10883"/>
                    <a:pt x="0" y="11294"/>
                  </a:cubicBezTo>
                  <a:cubicBezTo>
                    <a:pt x="0" y="12081"/>
                    <a:pt x="645" y="12724"/>
                    <a:pt x="1431" y="12724"/>
                  </a:cubicBezTo>
                  <a:cubicBezTo>
                    <a:pt x="2218" y="12724"/>
                    <a:pt x="2855" y="12081"/>
                    <a:pt x="2855" y="11294"/>
                  </a:cubicBezTo>
                  <a:cubicBezTo>
                    <a:pt x="2855" y="10883"/>
                    <a:pt x="2686" y="10493"/>
                    <a:pt x="2380" y="10226"/>
                  </a:cubicBezTo>
                  <a:lnTo>
                    <a:pt x="2121" y="9992"/>
                  </a:lnTo>
                  <a:lnTo>
                    <a:pt x="2121" y="8985"/>
                  </a:lnTo>
                  <a:lnTo>
                    <a:pt x="2212" y="8985"/>
                  </a:lnTo>
                  <a:cubicBezTo>
                    <a:pt x="2323" y="8985"/>
                    <a:pt x="2419" y="8907"/>
                    <a:pt x="2433" y="8797"/>
                  </a:cubicBezTo>
                  <a:cubicBezTo>
                    <a:pt x="2446" y="8665"/>
                    <a:pt x="2348" y="8556"/>
                    <a:pt x="2218" y="8556"/>
                  </a:cubicBezTo>
                  <a:lnTo>
                    <a:pt x="2121" y="8556"/>
                  </a:lnTo>
                  <a:lnTo>
                    <a:pt x="2121" y="7411"/>
                  </a:lnTo>
                  <a:lnTo>
                    <a:pt x="2212" y="7411"/>
                  </a:lnTo>
                  <a:cubicBezTo>
                    <a:pt x="2323" y="7411"/>
                    <a:pt x="2419" y="7332"/>
                    <a:pt x="2433" y="7222"/>
                  </a:cubicBezTo>
                  <a:cubicBezTo>
                    <a:pt x="2446" y="7092"/>
                    <a:pt x="2348" y="6981"/>
                    <a:pt x="2218" y="6981"/>
                  </a:cubicBezTo>
                  <a:lnTo>
                    <a:pt x="2121" y="6981"/>
                  </a:lnTo>
                  <a:lnTo>
                    <a:pt x="2121" y="5831"/>
                  </a:lnTo>
                  <a:lnTo>
                    <a:pt x="2212" y="5831"/>
                  </a:lnTo>
                  <a:cubicBezTo>
                    <a:pt x="2323" y="5831"/>
                    <a:pt x="2419" y="5753"/>
                    <a:pt x="2433" y="5642"/>
                  </a:cubicBezTo>
                  <a:cubicBezTo>
                    <a:pt x="2446" y="5513"/>
                    <a:pt x="2348" y="5402"/>
                    <a:pt x="2218" y="5402"/>
                  </a:cubicBezTo>
                  <a:lnTo>
                    <a:pt x="2121" y="5402"/>
                  </a:lnTo>
                  <a:lnTo>
                    <a:pt x="2121" y="4250"/>
                  </a:lnTo>
                  <a:lnTo>
                    <a:pt x="2212" y="4250"/>
                  </a:lnTo>
                  <a:cubicBezTo>
                    <a:pt x="2323" y="4250"/>
                    <a:pt x="2419" y="4172"/>
                    <a:pt x="2433" y="4069"/>
                  </a:cubicBezTo>
                  <a:cubicBezTo>
                    <a:pt x="2446" y="3931"/>
                    <a:pt x="2348" y="3821"/>
                    <a:pt x="2218" y="3821"/>
                  </a:cubicBezTo>
                  <a:lnTo>
                    <a:pt x="2121" y="3821"/>
                  </a:lnTo>
                  <a:lnTo>
                    <a:pt x="2121" y="2677"/>
                  </a:lnTo>
                  <a:lnTo>
                    <a:pt x="2212" y="2677"/>
                  </a:lnTo>
                  <a:cubicBezTo>
                    <a:pt x="2323" y="2677"/>
                    <a:pt x="2419" y="2598"/>
                    <a:pt x="2433" y="2488"/>
                  </a:cubicBezTo>
                  <a:cubicBezTo>
                    <a:pt x="2446" y="2358"/>
                    <a:pt x="2348" y="2247"/>
                    <a:pt x="2218" y="2247"/>
                  </a:cubicBezTo>
                  <a:lnTo>
                    <a:pt x="2121" y="2247"/>
                  </a:lnTo>
                  <a:lnTo>
                    <a:pt x="2121" y="705"/>
                  </a:lnTo>
                  <a:cubicBezTo>
                    <a:pt x="2121" y="320"/>
                    <a:pt x="1817" y="1"/>
                    <a:pt x="143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46"/>
            <p:cNvSpPr/>
            <p:nvPr/>
          </p:nvSpPr>
          <p:spPr>
            <a:xfrm>
              <a:off x="8110796" y="1545242"/>
              <a:ext cx="110991" cy="319888"/>
            </a:xfrm>
            <a:custGeom>
              <a:rect b="b" l="l" r="r" t="t"/>
              <a:pathLst>
                <a:path extrusionOk="0" h="11884" w="4123">
                  <a:moveTo>
                    <a:pt x="3163" y="0"/>
                  </a:moveTo>
                  <a:cubicBezTo>
                    <a:pt x="3155" y="0"/>
                    <a:pt x="3148" y="1"/>
                    <a:pt x="3140" y="1"/>
                  </a:cubicBezTo>
                  <a:cubicBezTo>
                    <a:pt x="3030" y="14"/>
                    <a:pt x="2952" y="112"/>
                    <a:pt x="2952" y="223"/>
                  </a:cubicBezTo>
                  <a:lnTo>
                    <a:pt x="2952" y="7805"/>
                  </a:lnTo>
                  <a:cubicBezTo>
                    <a:pt x="2952" y="7871"/>
                    <a:pt x="2978" y="7929"/>
                    <a:pt x="3023" y="7968"/>
                  </a:cubicBezTo>
                  <a:cubicBezTo>
                    <a:pt x="3446" y="8346"/>
                    <a:pt x="3693" y="8892"/>
                    <a:pt x="3693" y="9457"/>
                  </a:cubicBezTo>
                  <a:cubicBezTo>
                    <a:pt x="3693" y="10557"/>
                    <a:pt x="2795" y="11455"/>
                    <a:pt x="1697" y="11455"/>
                  </a:cubicBezTo>
                  <a:cubicBezTo>
                    <a:pt x="1216" y="11455"/>
                    <a:pt x="748" y="11278"/>
                    <a:pt x="382" y="10960"/>
                  </a:cubicBezTo>
                  <a:cubicBezTo>
                    <a:pt x="341" y="10924"/>
                    <a:pt x="289" y="10906"/>
                    <a:pt x="238" y="10906"/>
                  </a:cubicBezTo>
                  <a:cubicBezTo>
                    <a:pt x="179" y="10906"/>
                    <a:pt x="120" y="10930"/>
                    <a:pt x="78" y="10979"/>
                  </a:cubicBezTo>
                  <a:cubicBezTo>
                    <a:pt x="0" y="11071"/>
                    <a:pt x="13" y="11200"/>
                    <a:pt x="97" y="11285"/>
                  </a:cubicBezTo>
                  <a:cubicBezTo>
                    <a:pt x="539" y="11669"/>
                    <a:pt x="1111" y="11884"/>
                    <a:pt x="1697" y="11884"/>
                  </a:cubicBezTo>
                  <a:cubicBezTo>
                    <a:pt x="3036" y="11884"/>
                    <a:pt x="4122" y="10798"/>
                    <a:pt x="4122" y="9457"/>
                  </a:cubicBezTo>
                  <a:cubicBezTo>
                    <a:pt x="4122" y="8801"/>
                    <a:pt x="3855" y="8169"/>
                    <a:pt x="3381" y="7715"/>
                  </a:cubicBezTo>
                  <a:lnTo>
                    <a:pt x="3381" y="217"/>
                  </a:lnTo>
                  <a:cubicBezTo>
                    <a:pt x="3381" y="93"/>
                    <a:pt x="3283" y="0"/>
                    <a:pt x="316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46"/>
            <p:cNvSpPr/>
            <p:nvPr/>
          </p:nvSpPr>
          <p:spPr>
            <a:xfrm>
              <a:off x="8091494" y="1469792"/>
              <a:ext cx="110318" cy="360129"/>
            </a:xfrm>
            <a:custGeom>
              <a:rect b="b" l="l" r="r" t="t"/>
              <a:pathLst>
                <a:path extrusionOk="0" h="13379" w="4098">
                  <a:moveTo>
                    <a:pt x="2424" y="1"/>
                  </a:moveTo>
                  <a:cubicBezTo>
                    <a:pt x="1497" y="1"/>
                    <a:pt x="742" y="750"/>
                    <a:pt x="742" y="1679"/>
                  </a:cubicBezTo>
                  <a:lnTo>
                    <a:pt x="742" y="10518"/>
                  </a:lnTo>
                  <a:cubicBezTo>
                    <a:pt x="268" y="10972"/>
                    <a:pt x="1" y="11604"/>
                    <a:pt x="1" y="12260"/>
                  </a:cubicBezTo>
                  <a:cubicBezTo>
                    <a:pt x="1" y="12605"/>
                    <a:pt x="72" y="12937"/>
                    <a:pt x="210" y="13249"/>
                  </a:cubicBezTo>
                  <a:cubicBezTo>
                    <a:pt x="249" y="13327"/>
                    <a:pt x="327" y="13379"/>
                    <a:pt x="411" y="13379"/>
                  </a:cubicBezTo>
                  <a:cubicBezTo>
                    <a:pt x="444" y="13379"/>
                    <a:pt x="483" y="13366"/>
                    <a:pt x="514" y="13346"/>
                  </a:cubicBezTo>
                  <a:cubicBezTo>
                    <a:pt x="612" y="13295"/>
                    <a:pt x="645" y="13165"/>
                    <a:pt x="600" y="13067"/>
                  </a:cubicBezTo>
                  <a:cubicBezTo>
                    <a:pt x="489" y="12814"/>
                    <a:pt x="430" y="12541"/>
                    <a:pt x="430" y="12260"/>
                  </a:cubicBezTo>
                  <a:cubicBezTo>
                    <a:pt x="430" y="11695"/>
                    <a:pt x="678" y="11149"/>
                    <a:pt x="1099" y="10771"/>
                  </a:cubicBezTo>
                  <a:cubicBezTo>
                    <a:pt x="1146" y="10732"/>
                    <a:pt x="1171" y="10674"/>
                    <a:pt x="1171" y="10608"/>
                  </a:cubicBezTo>
                  <a:lnTo>
                    <a:pt x="1171" y="1705"/>
                  </a:lnTo>
                  <a:cubicBezTo>
                    <a:pt x="1171" y="1000"/>
                    <a:pt x="1733" y="428"/>
                    <a:pt x="2424" y="428"/>
                  </a:cubicBezTo>
                  <a:cubicBezTo>
                    <a:pt x="2446" y="428"/>
                    <a:pt x="2469" y="429"/>
                    <a:pt x="2492" y="430"/>
                  </a:cubicBezTo>
                  <a:cubicBezTo>
                    <a:pt x="3149" y="469"/>
                    <a:pt x="3669" y="1016"/>
                    <a:pt x="3669" y="1679"/>
                  </a:cubicBezTo>
                  <a:lnTo>
                    <a:pt x="3669" y="2075"/>
                  </a:lnTo>
                  <a:cubicBezTo>
                    <a:pt x="3669" y="2186"/>
                    <a:pt x="3747" y="2285"/>
                    <a:pt x="3857" y="2297"/>
                  </a:cubicBezTo>
                  <a:cubicBezTo>
                    <a:pt x="3865" y="2298"/>
                    <a:pt x="3872" y="2298"/>
                    <a:pt x="3880" y="2298"/>
                  </a:cubicBezTo>
                  <a:cubicBezTo>
                    <a:pt x="4000" y="2298"/>
                    <a:pt x="4098" y="2205"/>
                    <a:pt x="4098" y="2083"/>
                  </a:cubicBezTo>
                  <a:lnTo>
                    <a:pt x="4098" y="1705"/>
                  </a:lnTo>
                  <a:cubicBezTo>
                    <a:pt x="4098" y="781"/>
                    <a:pt x="3370" y="15"/>
                    <a:pt x="2446" y="1"/>
                  </a:cubicBezTo>
                  <a:cubicBezTo>
                    <a:pt x="2439" y="1"/>
                    <a:pt x="2431" y="1"/>
                    <a:pt x="242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46"/>
            <p:cNvSpPr/>
            <p:nvPr/>
          </p:nvSpPr>
          <p:spPr>
            <a:xfrm>
              <a:off x="8246284" y="1581311"/>
              <a:ext cx="119794" cy="126620"/>
            </a:xfrm>
            <a:custGeom>
              <a:rect b="b" l="l" r="r" t="t"/>
              <a:pathLst>
                <a:path extrusionOk="0" h="4704" w="4450">
                  <a:moveTo>
                    <a:pt x="2348" y="430"/>
                  </a:moveTo>
                  <a:cubicBezTo>
                    <a:pt x="2973" y="430"/>
                    <a:pt x="3564" y="736"/>
                    <a:pt x="3922" y="1243"/>
                  </a:cubicBezTo>
                  <a:cubicBezTo>
                    <a:pt x="3954" y="1296"/>
                    <a:pt x="3967" y="1354"/>
                    <a:pt x="3961" y="1413"/>
                  </a:cubicBezTo>
                  <a:cubicBezTo>
                    <a:pt x="3948" y="1471"/>
                    <a:pt x="3915" y="1522"/>
                    <a:pt x="3870" y="1555"/>
                  </a:cubicBezTo>
                  <a:cubicBezTo>
                    <a:pt x="3830" y="1583"/>
                    <a:pt x="3783" y="1596"/>
                    <a:pt x="3738" y="1596"/>
                  </a:cubicBezTo>
                  <a:cubicBezTo>
                    <a:pt x="3665" y="1596"/>
                    <a:pt x="3595" y="1563"/>
                    <a:pt x="3552" y="1504"/>
                  </a:cubicBezTo>
                  <a:cubicBezTo>
                    <a:pt x="3278" y="1113"/>
                    <a:pt x="2829" y="879"/>
                    <a:pt x="2348" y="879"/>
                  </a:cubicBezTo>
                  <a:cubicBezTo>
                    <a:pt x="1958" y="879"/>
                    <a:pt x="1593" y="1029"/>
                    <a:pt x="1313" y="1308"/>
                  </a:cubicBezTo>
                  <a:cubicBezTo>
                    <a:pt x="1034" y="1588"/>
                    <a:pt x="878" y="1959"/>
                    <a:pt x="878" y="2350"/>
                  </a:cubicBezTo>
                  <a:cubicBezTo>
                    <a:pt x="878" y="2740"/>
                    <a:pt x="1034" y="3110"/>
                    <a:pt x="1313" y="3389"/>
                  </a:cubicBezTo>
                  <a:cubicBezTo>
                    <a:pt x="1593" y="3668"/>
                    <a:pt x="1958" y="3818"/>
                    <a:pt x="2348" y="3818"/>
                  </a:cubicBezTo>
                  <a:cubicBezTo>
                    <a:pt x="2816" y="3818"/>
                    <a:pt x="3252" y="3598"/>
                    <a:pt x="3531" y="3227"/>
                  </a:cubicBezTo>
                  <a:cubicBezTo>
                    <a:pt x="3574" y="3169"/>
                    <a:pt x="3643" y="3139"/>
                    <a:pt x="3711" y="3139"/>
                  </a:cubicBezTo>
                  <a:cubicBezTo>
                    <a:pt x="3758" y="3139"/>
                    <a:pt x="3804" y="3152"/>
                    <a:pt x="3844" y="3181"/>
                  </a:cubicBezTo>
                  <a:cubicBezTo>
                    <a:pt x="3942" y="3260"/>
                    <a:pt x="3967" y="3395"/>
                    <a:pt x="3889" y="3500"/>
                  </a:cubicBezTo>
                  <a:cubicBezTo>
                    <a:pt x="3531" y="3981"/>
                    <a:pt x="2952" y="4268"/>
                    <a:pt x="2348" y="4268"/>
                  </a:cubicBezTo>
                  <a:cubicBezTo>
                    <a:pt x="1295" y="4268"/>
                    <a:pt x="430" y="3409"/>
                    <a:pt x="430" y="2350"/>
                  </a:cubicBezTo>
                  <a:cubicBezTo>
                    <a:pt x="430" y="1288"/>
                    <a:pt x="1295" y="430"/>
                    <a:pt x="2348" y="430"/>
                  </a:cubicBezTo>
                  <a:close/>
                  <a:moveTo>
                    <a:pt x="2348" y="1"/>
                  </a:moveTo>
                  <a:cubicBezTo>
                    <a:pt x="1054" y="1"/>
                    <a:pt x="1" y="1054"/>
                    <a:pt x="1" y="2350"/>
                  </a:cubicBezTo>
                  <a:cubicBezTo>
                    <a:pt x="1" y="3643"/>
                    <a:pt x="1054" y="4703"/>
                    <a:pt x="2348" y="4703"/>
                  </a:cubicBezTo>
                  <a:cubicBezTo>
                    <a:pt x="3090" y="4703"/>
                    <a:pt x="3792" y="4346"/>
                    <a:pt x="4234" y="3754"/>
                  </a:cubicBezTo>
                  <a:cubicBezTo>
                    <a:pt x="4449" y="3467"/>
                    <a:pt x="4390" y="3052"/>
                    <a:pt x="4104" y="2837"/>
                  </a:cubicBezTo>
                  <a:cubicBezTo>
                    <a:pt x="3985" y="2750"/>
                    <a:pt x="3848" y="2708"/>
                    <a:pt x="3712" y="2708"/>
                  </a:cubicBezTo>
                  <a:cubicBezTo>
                    <a:pt x="3512" y="2708"/>
                    <a:pt x="3315" y="2799"/>
                    <a:pt x="3186" y="2974"/>
                  </a:cubicBezTo>
                  <a:cubicBezTo>
                    <a:pt x="2991" y="3233"/>
                    <a:pt x="2679" y="3389"/>
                    <a:pt x="2348" y="3389"/>
                  </a:cubicBezTo>
                  <a:cubicBezTo>
                    <a:pt x="2075" y="3389"/>
                    <a:pt x="1814" y="3278"/>
                    <a:pt x="1619" y="3083"/>
                  </a:cubicBezTo>
                  <a:cubicBezTo>
                    <a:pt x="1418" y="2882"/>
                    <a:pt x="1307" y="2623"/>
                    <a:pt x="1307" y="2350"/>
                  </a:cubicBezTo>
                  <a:cubicBezTo>
                    <a:pt x="1307" y="2076"/>
                    <a:pt x="1418" y="1816"/>
                    <a:pt x="1619" y="1614"/>
                  </a:cubicBezTo>
                  <a:cubicBezTo>
                    <a:pt x="1814" y="1419"/>
                    <a:pt x="2075" y="1308"/>
                    <a:pt x="2348" y="1308"/>
                  </a:cubicBezTo>
                  <a:cubicBezTo>
                    <a:pt x="2685" y="1308"/>
                    <a:pt x="3005" y="1471"/>
                    <a:pt x="3200" y="1750"/>
                  </a:cubicBezTo>
                  <a:cubicBezTo>
                    <a:pt x="3327" y="1930"/>
                    <a:pt x="3530" y="2026"/>
                    <a:pt x="3737" y="2026"/>
                  </a:cubicBezTo>
                  <a:cubicBezTo>
                    <a:pt x="3868" y="2026"/>
                    <a:pt x="4000" y="1987"/>
                    <a:pt x="4117" y="1906"/>
                  </a:cubicBezTo>
                  <a:cubicBezTo>
                    <a:pt x="4260" y="1810"/>
                    <a:pt x="4351" y="1660"/>
                    <a:pt x="4384" y="1483"/>
                  </a:cubicBezTo>
                  <a:cubicBezTo>
                    <a:pt x="4410" y="1315"/>
                    <a:pt x="4371" y="1140"/>
                    <a:pt x="4273" y="996"/>
                  </a:cubicBezTo>
                  <a:cubicBezTo>
                    <a:pt x="3831" y="372"/>
                    <a:pt x="3115" y="1"/>
                    <a:pt x="2348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46"/>
            <p:cNvSpPr/>
            <p:nvPr/>
          </p:nvSpPr>
          <p:spPr>
            <a:xfrm>
              <a:off x="8228947" y="1553506"/>
              <a:ext cx="42372" cy="42368"/>
            </a:xfrm>
            <a:custGeom>
              <a:rect b="b" l="l" r="r" t="t"/>
              <a:pathLst>
                <a:path extrusionOk="0" h="1574" w="1574">
                  <a:moveTo>
                    <a:pt x="787" y="429"/>
                  </a:moveTo>
                  <a:cubicBezTo>
                    <a:pt x="982" y="429"/>
                    <a:pt x="1144" y="592"/>
                    <a:pt x="1144" y="787"/>
                  </a:cubicBezTo>
                  <a:cubicBezTo>
                    <a:pt x="1144" y="988"/>
                    <a:pt x="982" y="1144"/>
                    <a:pt x="787" y="1144"/>
                  </a:cubicBezTo>
                  <a:cubicBezTo>
                    <a:pt x="592" y="1144"/>
                    <a:pt x="429" y="988"/>
                    <a:pt x="429" y="787"/>
                  </a:cubicBezTo>
                  <a:cubicBezTo>
                    <a:pt x="429" y="592"/>
                    <a:pt x="592" y="429"/>
                    <a:pt x="787" y="429"/>
                  </a:cubicBezTo>
                  <a:close/>
                  <a:moveTo>
                    <a:pt x="787" y="0"/>
                  </a:moveTo>
                  <a:cubicBezTo>
                    <a:pt x="351" y="0"/>
                    <a:pt x="0" y="351"/>
                    <a:pt x="0" y="787"/>
                  </a:cubicBezTo>
                  <a:cubicBezTo>
                    <a:pt x="0" y="1222"/>
                    <a:pt x="351" y="1574"/>
                    <a:pt x="787" y="1574"/>
                  </a:cubicBezTo>
                  <a:cubicBezTo>
                    <a:pt x="1222" y="1574"/>
                    <a:pt x="1573" y="1222"/>
                    <a:pt x="1573" y="787"/>
                  </a:cubicBezTo>
                  <a:cubicBezTo>
                    <a:pt x="1573" y="351"/>
                    <a:pt x="1222" y="0"/>
                    <a:pt x="78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6"/>
            <p:cNvSpPr/>
            <p:nvPr/>
          </p:nvSpPr>
          <p:spPr>
            <a:xfrm>
              <a:off x="8245907" y="1717191"/>
              <a:ext cx="25251" cy="11575"/>
            </a:xfrm>
            <a:custGeom>
              <a:rect b="b" l="l" r="r" t="t"/>
              <a:pathLst>
                <a:path extrusionOk="0" h="430" w="938">
                  <a:moveTo>
                    <a:pt x="235" y="0"/>
                  </a:moveTo>
                  <a:cubicBezTo>
                    <a:pt x="124" y="0"/>
                    <a:pt x="27" y="78"/>
                    <a:pt x="15" y="189"/>
                  </a:cubicBezTo>
                  <a:cubicBezTo>
                    <a:pt x="1" y="319"/>
                    <a:pt x="99" y="429"/>
                    <a:pt x="229" y="429"/>
                  </a:cubicBezTo>
                  <a:lnTo>
                    <a:pt x="691" y="429"/>
                  </a:lnTo>
                  <a:cubicBezTo>
                    <a:pt x="795" y="429"/>
                    <a:pt x="886" y="364"/>
                    <a:pt x="904" y="267"/>
                  </a:cubicBezTo>
                  <a:cubicBezTo>
                    <a:pt x="937" y="124"/>
                    <a:pt x="834" y="0"/>
                    <a:pt x="69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6"/>
            <p:cNvSpPr/>
            <p:nvPr/>
          </p:nvSpPr>
          <p:spPr>
            <a:xfrm>
              <a:off x="8245907" y="1738025"/>
              <a:ext cx="73061" cy="11736"/>
            </a:xfrm>
            <a:custGeom>
              <a:rect b="b" l="l" r="r" t="t"/>
              <a:pathLst>
                <a:path extrusionOk="0" h="436" w="2714">
                  <a:moveTo>
                    <a:pt x="235" y="0"/>
                  </a:moveTo>
                  <a:cubicBezTo>
                    <a:pt x="124" y="0"/>
                    <a:pt x="27" y="85"/>
                    <a:pt x="15" y="188"/>
                  </a:cubicBezTo>
                  <a:cubicBezTo>
                    <a:pt x="1" y="319"/>
                    <a:pt x="99" y="436"/>
                    <a:pt x="229" y="436"/>
                  </a:cubicBezTo>
                  <a:lnTo>
                    <a:pt x="2473" y="436"/>
                  </a:lnTo>
                  <a:cubicBezTo>
                    <a:pt x="2570" y="436"/>
                    <a:pt x="2668" y="364"/>
                    <a:pt x="2687" y="266"/>
                  </a:cubicBezTo>
                  <a:cubicBezTo>
                    <a:pt x="2713" y="124"/>
                    <a:pt x="2609" y="0"/>
                    <a:pt x="2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6"/>
            <p:cNvSpPr/>
            <p:nvPr/>
          </p:nvSpPr>
          <p:spPr>
            <a:xfrm>
              <a:off x="8245907" y="1754283"/>
              <a:ext cx="73061" cy="11575"/>
            </a:xfrm>
            <a:custGeom>
              <a:rect b="b" l="l" r="r" t="t"/>
              <a:pathLst>
                <a:path extrusionOk="0" h="430" w="2714">
                  <a:moveTo>
                    <a:pt x="235" y="0"/>
                  </a:moveTo>
                  <a:cubicBezTo>
                    <a:pt x="124" y="0"/>
                    <a:pt x="27" y="78"/>
                    <a:pt x="15" y="189"/>
                  </a:cubicBezTo>
                  <a:cubicBezTo>
                    <a:pt x="1" y="319"/>
                    <a:pt x="99" y="430"/>
                    <a:pt x="229" y="430"/>
                  </a:cubicBezTo>
                  <a:lnTo>
                    <a:pt x="2473" y="430"/>
                  </a:lnTo>
                  <a:cubicBezTo>
                    <a:pt x="2570" y="430"/>
                    <a:pt x="2668" y="364"/>
                    <a:pt x="2687" y="261"/>
                  </a:cubicBezTo>
                  <a:cubicBezTo>
                    <a:pt x="2713" y="124"/>
                    <a:pt x="2609" y="0"/>
                    <a:pt x="247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46"/>
            <p:cNvSpPr/>
            <p:nvPr/>
          </p:nvSpPr>
          <p:spPr>
            <a:xfrm>
              <a:off x="8262059" y="1782143"/>
              <a:ext cx="34834" cy="56365"/>
            </a:xfrm>
            <a:custGeom>
              <a:rect b="b" l="l" r="r" t="t"/>
              <a:pathLst>
                <a:path extrusionOk="0" h="2094" w="1294">
                  <a:moveTo>
                    <a:pt x="773" y="430"/>
                  </a:moveTo>
                  <a:cubicBezTo>
                    <a:pt x="819" y="430"/>
                    <a:pt x="865" y="469"/>
                    <a:pt x="865" y="520"/>
                  </a:cubicBezTo>
                  <a:lnTo>
                    <a:pt x="865" y="1574"/>
                  </a:lnTo>
                  <a:cubicBezTo>
                    <a:pt x="865" y="1619"/>
                    <a:pt x="819" y="1664"/>
                    <a:pt x="773" y="1664"/>
                  </a:cubicBezTo>
                  <a:lnTo>
                    <a:pt x="520" y="1664"/>
                  </a:lnTo>
                  <a:cubicBezTo>
                    <a:pt x="475" y="1664"/>
                    <a:pt x="429" y="1619"/>
                    <a:pt x="429" y="1574"/>
                  </a:cubicBezTo>
                  <a:lnTo>
                    <a:pt x="429" y="520"/>
                  </a:lnTo>
                  <a:cubicBezTo>
                    <a:pt x="429" y="469"/>
                    <a:pt x="475" y="430"/>
                    <a:pt x="520" y="430"/>
                  </a:cubicBezTo>
                  <a:close/>
                  <a:moveTo>
                    <a:pt x="520" y="0"/>
                  </a:moveTo>
                  <a:cubicBezTo>
                    <a:pt x="234" y="0"/>
                    <a:pt x="0" y="234"/>
                    <a:pt x="0" y="520"/>
                  </a:cubicBezTo>
                  <a:lnTo>
                    <a:pt x="0" y="1574"/>
                  </a:lnTo>
                  <a:cubicBezTo>
                    <a:pt x="0" y="1859"/>
                    <a:pt x="234" y="2093"/>
                    <a:pt x="520" y="2093"/>
                  </a:cubicBezTo>
                  <a:lnTo>
                    <a:pt x="773" y="2093"/>
                  </a:lnTo>
                  <a:cubicBezTo>
                    <a:pt x="1060" y="2093"/>
                    <a:pt x="1294" y="1859"/>
                    <a:pt x="1294" y="1574"/>
                  </a:cubicBezTo>
                  <a:lnTo>
                    <a:pt x="1294" y="520"/>
                  </a:lnTo>
                  <a:cubicBezTo>
                    <a:pt x="1294" y="234"/>
                    <a:pt x="1060" y="0"/>
                    <a:pt x="77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6"/>
            <p:cNvSpPr/>
            <p:nvPr/>
          </p:nvSpPr>
          <p:spPr>
            <a:xfrm>
              <a:off x="8245234" y="1781255"/>
              <a:ext cx="13864" cy="11736"/>
            </a:xfrm>
            <a:custGeom>
              <a:rect b="b" l="l" r="r" t="t"/>
              <a:pathLst>
                <a:path extrusionOk="0" h="436" w="515">
                  <a:moveTo>
                    <a:pt x="254" y="0"/>
                  </a:moveTo>
                  <a:cubicBezTo>
                    <a:pt x="163" y="0"/>
                    <a:pt x="79" y="58"/>
                    <a:pt x="46" y="150"/>
                  </a:cubicBezTo>
                  <a:cubicBezTo>
                    <a:pt x="1" y="292"/>
                    <a:pt x="110" y="430"/>
                    <a:pt x="254" y="436"/>
                  </a:cubicBezTo>
                  <a:cubicBezTo>
                    <a:pt x="403" y="436"/>
                    <a:pt x="514" y="286"/>
                    <a:pt x="455" y="130"/>
                  </a:cubicBezTo>
                  <a:cubicBezTo>
                    <a:pt x="422" y="52"/>
                    <a:pt x="344" y="0"/>
                    <a:pt x="260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3" name="Google Shape;583;p4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23588" y="1873100"/>
            <a:ext cx="2386099" cy="1807051"/>
          </a:xfrm>
          <a:prstGeom prst="rect">
            <a:avLst/>
          </a:prstGeom>
          <a:noFill/>
          <a:ln>
            <a:noFill/>
          </a:ln>
          <a:effectLst>
            <a:outerShdw blurRad="85725" rotWithShape="0" algn="bl" dir="5400000" dist="19050">
              <a:schemeClr val="accent3">
                <a:alpha val="50000"/>
              </a:scheme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 to </a:t>
            </a:r>
            <a:endParaRPr/>
          </a:p>
        </p:txBody>
      </p:sp>
      <p:sp>
        <p:nvSpPr>
          <p:cNvPr id="589" name="Google Shape;589;p4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90" name="Google Shape;590;p47"/>
          <p:cNvSpPr txBox="1"/>
          <p:nvPr/>
        </p:nvSpPr>
        <p:spPr>
          <a:xfrm>
            <a:off x="865125" y="2005500"/>
            <a:ext cx="71781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>
                <a:solidFill>
                  <a:schemeClr val="lt1"/>
                </a:solidFill>
                <a:latin typeface="Quicksand"/>
                <a:ea typeface="Quicksand"/>
                <a:cs typeface="Quicksand"/>
                <a:sym typeface="Quicksand"/>
              </a:rPr>
              <a:t>Gemini 2.5 Flash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3"/>
              </a:rPr>
              <a:t>https://react.dev/learn/writing-markup-with-jsx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4"/>
              </a:rPr>
              <a:t>https://www.w3schools.com/postgresql/postgresql_pgadmin4.php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Quicksand"/>
              <a:buChar char="●"/>
            </a:pPr>
            <a:r>
              <a:rPr b="1" lang="en" sz="1500" u="sng">
                <a:solidFill>
                  <a:schemeClr val="hlink"/>
                </a:solidFill>
                <a:latin typeface="Quicksand"/>
                <a:ea typeface="Quicksand"/>
                <a:cs typeface="Quicksand"/>
                <a:sym typeface="Quicksand"/>
                <a:hlinkClick r:id="rId5"/>
              </a:rPr>
              <a:t>https://www.weatherapi.com/</a:t>
            </a:r>
            <a:endParaRPr b="1" sz="1500">
              <a:solidFill>
                <a:schemeClr val="lt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accent4"/>
            </a:gs>
            <a:gs pos="23000">
              <a:srgbClr val="895F81"/>
            </a:gs>
            <a:gs pos="100000">
              <a:schemeClr val="accent2"/>
            </a:gs>
          </a:gsLst>
          <a:lin ang="16198662" scaled="0"/>
        </a:gradFill>
      </p:bgPr>
    </p:bg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/>
          <p:nvPr>
            <p:ph type="title"/>
          </p:nvPr>
        </p:nvSpPr>
        <p:spPr>
          <a:xfrm>
            <a:off x="729450" y="1307100"/>
            <a:ext cx="46341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Q&amp;A</a:t>
            </a:r>
            <a:endParaRPr>
              <a:solidFill>
                <a:schemeClr val="accent3"/>
              </a:solidFill>
            </a:endParaRPr>
          </a:p>
        </p:txBody>
      </p:sp>
      <p:grpSp>
        <p:nvGrpSpPr>
          <p:cNvPr id="596" name="Google Shape;596;p48"/>
          <p:cNvGrpSpPr/>
          <p:nvPr/>
        </p:nvGrpSpPr>
        <p:grpSpPr>
          <a:xfrm>
            <a:off x="5393599" y="1469200"/>
            <a:ext cx="3039626" cy="2709829"/>
            <a:chOff x="5393599" y="1469200"/>
            <a:chExt cx="3039626" cy="2709829"/>
          </a:xfrm>
        </p:grpSpPr>
        <p:pic>
          <p:nvPicPr>
            <p:cNvPr id="597" name="Google Shape;597;p48"/>
            <p:cNvPicPr preferRelativeResize="0"/>
            <p:nvPr/>
          </p:nvPicPr>
          <p:blipFill>
            <a:blip r:embed="rId3">
              <a:alphaModFix amt="92000"/>
            </a:blip>
            <a:stretch>
              <a:fillRect/>
            </a:stretch>
          </p:blipFill>
          <p:spPr>
            <a:xfrm>
              <a:off x="5393599" y="1581680"/>
              <a:ext cx="3039626" cy="2597350"/>
            </a:xfrm>
            <a:prstGeom prst="rect">
              <a:avLst/>
            </a:prstGeom>
            <a:noFill/>
            <a:ln>
              <a:noFill/>
            </a:ln>
            <a:effectLst>
              <a:outerShdw blurRad="114300" rotWithShape="0" algn="bl" dir="5400000" dist="19050">
                <a:schemeClr val="lt1">
                  <a:alpha val="50000"/>
                </a:schemeClr>
              </a:outerShdw>
            </a:effectLst>
          </p:spPr>
        </p:pic>
        <p:pic>
          <p:nvPicPr>
            <p:cNvPr id="598" name="Google Shape;598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763375" y="1469200"/>
              <a:ext cx="2393677" cy="126930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chemeClr val="lt1">
                  <a:alpha val="30000"/>
                </a:schemeClr>
              </a:outerShdw>
            </a:effectLst>
          </p:spPr>
        </p:pic>
      </p:grpSp>
      <p:pic>
        <p:nvPicPr>
          <p:cNvPr id="599" name="Google Shape;599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2328" y="83509"/>
            <a:ext cx="2595101" cy="146696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pic>
        <p:nvPicPr>
          <p:cNvPr id="600" name="Google Shape;600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800000">
            <a:off x="5028228" y="1137359"/>
            <a:ext cx="2595101" cy="146696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lt1">
                <a:alpha val="30000"/>
              </a:schemeClr>
            </a:outerShdw>
          </a:effectLst>
        </p:spPr>
      </p:pic>
      <p:sp>
        <p:nvSpPr>
          <p:cNvPr id="601" name="Google Shape;601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alendar &amp; Weather Personal Organizer for High School by Slidesgo">
  <a:themeElements>
    <a:clrScheme name="Simple Light">
      <a:dk1>
        <a:srgbClr val="010101"/>
      </a:dk1>
      <a:lt1>
        <a:srgbClr val="FFFFFF"/>
      </a:lt1>
      <a:dk2>
        <a:srgbClr val="2D2E5A"/>
      </a:dk2>
      <a:lt2>
        <a:srgbClr val="565892"/>
      </a:lt2>
      <a:accent1>
        <a:srgbClr val="D6D4D0"/>
      </a:accent1>
      <a:accent2>
        <a:srgbClr val="484A7F"/>
      </a:accent2>
      <a:accent3>
        <a:srgbClr val="FFE7BA"/>
      </a:accent3>
      <a:accent4>
        <a:srgbClr val="C97383"/>
      </a:accent4>
      <a:accent5>
        <a:srgbClr val="1C527C"/>
      </a:accent5>
      <a:accent6>
        <a:srgbClr val="5890B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